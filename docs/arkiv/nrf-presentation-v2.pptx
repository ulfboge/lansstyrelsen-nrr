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notesMasterIdLst>
    <p:notesMasterId r:id="rId14"/>
  </p:notesMasterIdLst>
  <p:handoutMasterIdLst>
    <p:handoutMasterId r:id="rId15"/>
  </p:handoutMasterIdLst>
  <p:sldIdLst>
    <p:sldId id="314" r:id="rId2"/>
    <p:sldId id="315" r:id="rId3"/>
    <p:sldId id="316" r:id="rId4"/>
    <p:sldId id="317" r:id="rId5"/>
    <p:sldId id="318" r:id="rId6"/>
    <p:sldId id="319" r:id="rId7"/>
    <p:sldId id="320" r:id="rId8"/>
    <p:sldId id="321" r:id="rId9"/>
    <p:sldId id="322" r:id="rId10"/>
    <p:sldId id="323" r:id="rId11"/>
    <p:sldId id="324" r:id="rId12"/>
    <p:sldId id="326" r:id="rId20"/>
    <p:sldId id="325" r:id="rId13"/>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F2F2F2"/>
    <a:srgbClr val="FFFFFF"/>
    <a:srgbClr val="28607E"/>
    <a:srgbClr val="C7D8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8208" autoAdjust="0"/>
  </p:normalViewPr>
  <p:slideViewPr>
    <p:cSldViewPr snapToGrid="0" showGuides="1">
      <p:cViewPr varScale="1">
        <p:scale>
          <a:sx n="86" d="100"/>
          <a:sy n="86" d="100"/>
        </p:scale>
        <p:origin x="1554" y="9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86" d="100"/>
          <a:sy n="86" d="100"/>
        </p:scale>
        <p:origin x="3864" y="8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3.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a:extLst>
              <a:ext uri="{FF2B5EF4-FFF2-40B4-BE49-F238E27FC236}">
                <a16:creationId xmlns:a16="http://schemas.microsoft.com/office/drawing/2014/main" id="{D74BD3DF-CE6C-1CBE-A4CC-97EA5A268C9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a:extLst>
              <a:ext uri="{FF2B5EF4-FFF2-40B4-BE49-F238E27FC236}">
                <a16:creationId xmlns:a16="http://schemas.microsoft.com/office/drawing/2014/main" id="{55EC8D63-5521-5EEB-CA1D-8D3677E6CB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5D299B0-5CEE-4687-BF4C-95A28CFF805C}" type="datetimeFigureOut">
              <a:rPr lang="sv-SE" smtClean="0"/>
              <a:t>2026-09-02</a:t>
            </a:fld>
            <a:endParaRPr lang="sv-SE"/>
          </a:p>
        </p:txBody>
      </p:sp>
      <p:sp>
        <p:nvSpPr>
          <p:cNvPr id="4" name="Platshållare för sidfot 3">
            <a:extLst>
              <a:ext uri="{FF2B5EF4-FFF2-40B4-BE49-F238E27FC236}">
                <a16:creationId xmlns:a16="http://schemas.microsoft.com/office/drawing/2014/main" id="{EC549094-7443-ABD0-8D15-5FDD567B864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5" name="Platshållare för bildnummer 4">
            <a:extLst>
              <a:ext uri="{FF2B5EF4-FFF2-40B4-BE49-F238E27FC236}">
                <a16:creationId xmlns:a16="http://schemas.microsoft.com/office/drawing/2014/main" id="{8DB85D46-1C6B-B2CC-A830-4373B465683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A605F5A-8D3B-4E18-9D49-C486ABAA02FD}" type="slidenum">
              <a:rPr lang="sv-SE" smtClean="0"/>
              <a:t>‹#›</a:t>
            </a:fld>
            <a:endParaRPr lang="sv-SE"/>
          </a:p>
        </p:txBody>
      </p:sp>
    </p:spTree>
    <p:extLst>
      <p:ext uri="{BB962C8B-B14F-4D97-AF65-F5344CB8AC3E}">
        <p14:creationId xmlns:p14="http://schemas.microsoft.com/office/powerpoint/2010/main" val="1616986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AB711F-BB5E-4F8A-B156-0693A17A5B5F}" type="datetimeFigureOut">
              <a:rPr lang="sv-SE" smtClean="0"/>
              <a:t>2026-09-02</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4E0CB3-5D35-4228-B766-F7964E27F889}" type="slidenum">
              <a:rPr lang="sv-SE" smtClean="0"/>
              <a:t>‹#›</a:t>
            </a:fld>
            <a:endParaRPr lang="sv-SE"/>
          </a:p>
        </p:txBody>
      </p:sp>
    </p:spTree>
    <p:extLst>
      <p:ext uri="{BB962C8B-B14F-4D97-AF65-F5344CB8AC3E}">
        <p14:creationId xmlns:p14="http://schemas.microsoft.com/office/powerpoint/2010/main" val="39733859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1 – Titel: NRF – </a:t>
            </a:r>
            <a:r>
              <a:rPr dirty="0" err="1"/>
              <a:t>Kartläggning</a:t>
            </a:r>
            <a:r>
              <a:rPr dirty="0"/>
              <a:t> av </a:t>
            </a:r>
            <a:r>
              <a:rPr dirty="0" err="1"/>
              <a:t>livsmiljötyper</a:t>
            </a:r>
            <a:r>
              <a:rPr dirty="0"/>
              <a:t> </a:t>
            </a:r>
            <a:r>
              <a:rPr dirty="0" err="1"/>
              <a:t>i</a:t>
            </a:r>
            <a:r>
              <a:rPr dirty="0"/>
              <a:t> </a:t>
            </a:r>
            <a:r>
              <a:rPr dirty="0" err="1"/>
              <a:t>skyddade</a:t>
            </a:r>
            <a:r>
              <a:rPr dirty="0"/>
              <a:t> </a:t>
            </a:r>
            <a:r>
              <a:rPr dirty="0" err="1"/>
              <a:t>områden</a:t>
            </a:r>
            <a:endParaRPr dirty="0"/>
          </a:p>
          <a:p>
            <a:endParaRPr dirty="0"/>
          </a:p>
          <a:p>
            <a:r>
              <a:rPr dirty="0"/>
              <a:t>Vad </a:t>
            </a:r>
            <a:r>
              <a:rPr dirty="0" err="1"/>
              <a:t>sliden</a:t>
            </a:r>
            <a:r>
              <a:rPr dirty="0"/>
              <a:t> </a:t>
            </a:r>
            <a:r>
              <a:rPr dirty="0" err="1"/>
              <a:t>representerar</a:t>
            </a:r>
            <a:endParaRPr dirty="0"/>
          </a:p>
          <a:p>
            <a:r>
              <a:rPr dirty="0" err="1"/>
              <a:t>Titelsida</a:t>
            </a:r>
            <a:r>
              <a:rPr dirty="0"/>
              <a:t>. NRF </a:t>
            </a:r>
            <a:r>
              <a:rPr dirty="0" err="1"/>
              <a:t>står</a:t>
            </a:r>
            <a:r>
              <a:rPr dirty="0"/>
              <a:t> för </a:t>
            </a:r>
            <a:r>
              <a:rPr dirty="0" err="1"/>
              <a:t>naturrestaureringsförordningen</a:t>
            </a:r>
            <a:r>
              <a:rPr dirty="0"/>
              <a:t>, EU:s </a:t>
            </a:r>
            <a:r>
              <a:rPr dirty="0" err="1"/>
              <a:t>förordning</a:t>
            </a:r>
            <a:r>
              <a:rPr dirty="0"/>
              <a:t> </a:t>
            </a:r>
            <a:r>
              <a:rPr dirty="0" err="1"/>
              <a:t>som</a:t>
            </a:r>
            <a:r>
              <a:rPr dirty="0"/>
              <a:t> </a:t>
            </a:r>
            <a:r>
              <a:rPr dirty="0" err="1"/>
              <a:t>är</a:t>
            </a:r>
            <a:r>
              <a:rPr dirty="0"/>
              <a:t> </a:t>
            </a:r>
            <a:r>
              <a:rPr dirty="0" err="1"/>
              <a:t>upphovet</a:t>
            </a:r>
            <a:r>
              <a:rPr dirty="0"/>
              <a:t> till det </a:t>
            </a:r>
            <a:r>
              <a:rPr dirty="0" err="1"/>
              <a:t>regeringsuppdrag</a:t>
            </a:r>
            <a:r>
              <a:rPr dirty="0"/>
              <a:t> </a:t>
            </a:r>
            <a:r>
              <a:rPr dirty="0" err="1"/>
              <a:t>presentationen</a:t>
            </a:r>
            <a:r>
              <a:rPr dirty="0"/>
              <a:t> </a:t>
            </a:r>
            <a:r>
              <a:rPr dirty="0" err="1"/>
              <a:t>handlar</a:t>
            </a:r>
            <a:r>
              <a:rPr dirty="0"/>
              <a:t> </a:t>
            </a:r>
            <a:r>
              <a:rPr dirty="0" err="1"/>
              <a:t>om.</a:t>
            </a:r>
            <a:r>
              <a:rPr dirty="0"/>
              <a:t> </a:t>
            </a:r>
            <a:r>
              <a:rPr dirty="0" err="1"/>
              <a:t>Underrubriken</a:t>
            </a:r>
            <a:r>
              <a:rPr dirty="0"/>
              <a:t> </a:t>
            </a:r>
            <a:r>
              <a:rPr dirty="0" err="1"/>
              <a:t>sammanfattar</a:t>
            </a:r>
            <a:r>
              <a:rPr dirty="0"/>
              <a:t> </a:t>
            </a:r>
            <a:r>
              <a:rPr dirty="0" err="1"/>
              <a:t>vad</a:t>
            </a:r>
            <a:r>
              <a:rPr dirty="0"/>
              <a:t> </a:t>
            </a:r>
            <a:r>
              <a:rPr dirty="0" err="1"/>
              <a:t>länsstyrelsen</a:t>
            </a:r>
            <a:r>
              <a:rPr dirty="0"/>
              <a:t> </a:t>
            </a:r>
            <a:r>
              <a:rPr dirty="0" err="1"/>
              <a:t>faktiskt</a:t>
            </a:r>
            <a:r>
              <a:rPr dirty="0"/>
              <a:t> </a:t>
            </a:r>
            <a:r>
              <a:rPr dirty="0" err="1"/>
              <a:t>gör</a:t>
            </a:r>
            <a:r>
              <a:rPr dirty="0"/>
              <a:t>: </a:t>
            </a:r>
            <a:r>
              <a:rPr dirty="0" err="1"/>
              <a:t>kartlägger</a:t>
            </a:r>
            <a:r>
              <a:rPr dirty="0"/>
              <a:t> </a:t>
            </a:r>
            <a:r>
              <a:rPr dirty="0" err="1"/>
              <a:t>naturtyper</a:t>
            </a:r>
            <a:r>
              <a:rPr dirty="0"/>
              <a:t> </a:t>
            </a:r>
            <a:r>
              <a:rPr dirty="0" err="1"/>
              <a:t>i</a:t>
            </a:r>
            <a:r>
              <a:rPr dirty="0"/>
              <a:t> </a:t>
            </a:r>
            <a:r>
              <a:rPr dirty="0" err="1"/>
              <a:t>skyddade</a:t>
            </a:r>
            <a:r>
              <a:rPr dirty="0"/>
              <a:t> </a:t>
            </a:r>
            <a:r>
              <a:rPr dirty="0" err="1"/>
              <a:t>områden</a:t>
            </a:r>
            <a:r>
              <a:rPr dirty="0"/>
              <a:t>.</a:t>
            </a:r>
          </a:p>
          <a:p>
            <a:endParaRPr dirty="0"/>
          </a:p>
          <a:p>
            <a:r>
              <a:rPr dirty="0" err="1"/>
              <a:t>Talarmanus</a:t>
            </a:r>
            <a:endParaRPr dirty="0"/>
          </a:p>
          <a:p>
            <a:r>
              <a:rPr dirty="0"/>
              <a:t>Hej, jag </a:t>
            </a:r>
            <a:r>
              <a:rPr dirty="0" err="1"/>
              <a:t>heter</a:t>
            </a:r>
            <a:r>
              <a:rPr dirty="0"/>
              <a:t> [KOMPLETTERA: </a:t>
            </a:r>
            <a:r>
              <a:rPr dirty="0" err="1"/>
              <a:t>namn</a:t>
            </a:r>
            <a:r>
              <a:rPr dirty="0"/>
              <a:t>] och </a:t>
            </a:r>
            <a:r>
              <a:rPr dirty="0" err="1"/>
              <a:t>jobbar</a:t>
            </a:r>
            <a:r>
              <a:rPr dirty="0"/>
              <a:t> </a:t>
            </a:r>
            <a:r>
              <a:rPr dirty="0" err="1"/>
              <a:t>som</a:t>
            </a:r>
            <a:r>
              <a:rPr dirty="0"/>
              <a:t> GIS-</a:t>
            </a:r>
            <a:r>
              <a:rPr dirty="0" err="1"/>
              <a:t>analytiker</a:t>
            </a:r>
            <a:r>
              <a:rPr dirty="0"/>
              <a:t> </a:t>
            </a:r>
            <a:r>
              <a:rPr dirty="0" err="1"/>
              <a:t>här</a:t>
            </a:r>
            <a:r>
              <a:rPr dirty="0"/>
              <a:t> </a:t>
            </a:r>
            <a:r>
              <a:rPr dirty="0" err="1"/>
              <a:t>på</a:t>
            </a:r>
            <a:r>
              <a:rPr dirty="0"/>
              <a:t> </a:t>
            </a:r>
            <a:r>
              <a:rPr dirty="0" err="1"/>
              <a:t>länsstyrelsen</a:t>
            </a:r>
            <a:r>
              <a:rPr dirty="0"/>
              <a:t>. Jag ska </a:t>
            </a:r>
            <a:r>
              <a:rPr dirty="0" err="1"/>
              <a:t>berätta</a:t>
            </a:r>
            <a:r>
              <a:rPr dirty="0"/>
              <a:t> om </a:t>
            </a:r>
            <a:r>
              <a:rPr dirty="0" err="1"/>
              <a:t>ett</a:t>
            </a:r>
            <a:r>
              <a:rPr dirty="0"/>
              <a:t> </a:t>
            </a:r>
            <a:r>
              <a:rPr dirty="0" err="1"/>
              <a:t>uppdrag</a:t>
            </a:r>
            <a:r>
              <a:rPr dirty="0"/>
              <a:t> </a:t>
            </a:r>
            <a:r>
              <a:rPr dirty="0" err="1"/>
              <a:t>som</a:t>
            </a:r>
            <a:r>
              <a:rPr dirty="0"/>
              <a:t> </a:t>
            </a:r>
            <a:r>
              <a:rPr dirty="0" err="1"/>
              <a:t>går</a:t>
            </a:r>
            <a:r>
              <a:rPr dirty="0"/>
              <a:t> under </a:t>
            </a:r>
            <a:r>
              <a:rPr dirty="0" err="1"/>
              <a:t>namnet</a:t>
            </a:r>
            <a:r>
              <a:rPr dirty="0"/>
              <a:t> NRF. </a:t>
            </a:r>
            <a:r>
              <a:rPr dirty="0" err="1"/>
              <a:t>Förkortningen</a:t>
            </a:r>
            <a:r>
              <a:rPr dirty="0"/>
              <a:t> </a:t>
            </a:r>
            <a:r>
              <a:rPr dirty="0" err="1"/>
              <a:t>står</a:t>
            </a:r>
            <a:r>
              <a:rPr dirty="0"/>
              <a:t> för </a:t>
            </a:r>
            <a:r>
              <a:rPr dirty="0" err="1"/>
              <a:t>naturrestaureringsförordningen</a:t>
            </a:r>
            <a:r>
              <a:rPr dirty="0"/>
              <a:t>, </a:t>
            </a:r>
            <a:r>
              <a:rPr dirty="0" err="1"/>
              <a:t>som</a:t>
            </a:r>
            <a:r>
              <a:rPr dirty="0"/>
              <a:t> </a:t>
            </a:r>
            <a:r>
              <a:rPr dirty="0" err="1"/>
              <a:t>är</a:t>
            </a:r>
            <a:r>
              <a:rPr dirty="0"/>
              <a:t> </a:t>
            </a:r>
            <a:r>
              <a:rPr dirty="0" err="1"/>
              <a:t>en</a:t>
            </a:r>
            <a:r>
              <a:rPr dirty="0"/>
              <a:t> EU-</a:t>
            </a:r>
            <a:r>
              <a:rPr dirty="0" err="1"/>
              <a:t>förordning</a:t>
            </a:r>
            <a:r>
              <a:rPr dirty="0"/>
              <a:t>, men det vi </a:t>
            </a:r>
            <a:r>
              <a:rPr dirty="0" err="1"/>
              <a:t>konkret</a:t>
            </a:r>
            <a:r>
              <a:rPr dirty="0"/>
              <a:t> </a:t>
            </a:r>
            <a:r>
              <a:rPr dirty="0" err="1"/>
              <a:t>gör</a:t>
            </a:r>
            <a:r>
              <a:rPr dirty="0"/>
              <a:t> </a:t>
            </a:r>
            <a:r>
              <a:rPr dirty="0" err="1"/>
              <a:t>är</a:t>
            </a:r>
            <a:r>
              <a:rPr dirty="0"/>
              <a:t> </a:t>
            </a:r>
            <a:r>
              <a:rPr dirty="0" err="1"/>
              <a:t>betydligt</a:t>
            </a:r>
            <a:r>
              <a:rPr dirty="0"/>
              <a:t> </a:t>
            </a:r>
            <a:r>
              <a:rPr dirty="0" err="1"/>
              <a:t>mer</a:t>
            </a:r>
            <a:r>
              <a:rPr dirty="0"/>
              <a:t> handfast </a:t>
            </a:r>
            <a:r>
              <a:rPr dirty="0" err="1"/>
              <a:t>än</a:t>
            </a:r>
            <a:r>
              <a:rPr dirty="0"/>
              <a:t> </a:t>
            </a:r>
            <a:r>
              <a:rPr dirty="0" err="1"/>
              <a:t>vad</a:t>
            </a:r>
            <a:r>
              <a:rPr dirty="0"/>
              <a:t> det </a:t>
            </a:r>
            <a:r>
              <a:rPr dirty="0" err="1"/>
              <a:t>låter</a:t>
            </a:r>
            <a:r>
              <a:rPr dirty="0"/>
              <a:t>: vi </a:t>
            </a:r>
            <a:r>
              <a:rPr dirty="0" err="1"/>
              <a:t>går</a:t>
            </a:r>
            <a:r>
              <a:rPr dirty="0"/>
              <a:t> </a:t>
            </a:r>
            <a:r>
              <a:rPr dirty="0" err="1"/>
              <a:t>igenom</a:t>
            </a:r>
            <a:r>
              <a:rPr dirty="0"/>
              <a:t> </a:t>
            </a:r>
            <a:r>
              <a:rPr dirty="0" err="1"/>
              <a:t>länets</a:t>
            </a:r>
            <a:r>
              <a:rPr dirty="0"/>
              <a:t> </a:t>
            </a:r>
            <a:r>
              <a:rPr dirty="0" err="1"/>
              <a:t>skyddade</a:t>
            </a:r>
            <a:r>
              <a:rPr dirty="0"/>
              <a:t> </a:t>
            </a:r>
            <a:r>
              <a:rPr dirty="0" err="1"/>
              <a:t>områden</a:t>
            </a:r>
            <a:r>
              <a:rPr dirty="0"/>
              <a:t> och tar </a:t>
            </a:r>
            <a:r>
              <a:rPr dirty="0" err="1"/>
              <a:t>reda</a:t>
            </a:r>
            <a:r>
              <a:rPr dirty="0"/>
              <a:t> </a:t>
            </a:r>
            <a:r>
              <a:rPr dirty="0" err="1"/>
              <a:t>på</a:t>
            </a:r>
            <a:r>
              <a:rPr dirty="0"/>
              <a:t> </a:t>
            </a:r>
            <a:r>
              <a:rPr dirty="0" err="1"/>
              <a:t>vilka</a:t>
            </a:r>
            <a:r>
              <a:rPr dirty="0"/>
              <a:t> </a:t>
            </a:r>
            <a:r>
              <a:rPr dirty="0" err="1"/>
              <a:t>naturtyper</a:t>
            </a:r>
            <a:r>
              <a:rPr dirty="0"/>
              <a:t> </a:t>
            </a:r>
            <a:r>
              <a:rPr dirty="0" err="1"/>
              <a:t>som</a:t>
            </a:r>
            <a:r>
              <a:rPr dirty="0"/>
              <a:t> </a:t>
            </a:r>
            <a:r>
              <a:rPr dirty="0" err="1"/>
              <a:t>finns</a:t>
            </a:r>
            <a:r>
              <a:rPr dirty="0"/>
              <a:t> </a:t>
            </a:r>
            <a:r>
              <a:rPr dirty="0" err="1"/>
              <a:t>där</a:t>
            </a:r>
            <a:r>
              <a:rPr dirty="0"/>
              <a:t>, </a:t>
            </a:r>
            <a:r>
              <a:rPr dirty="0" err="1"/>
              <a:t>hur</a:t>
            </a:r>
            <a:r>
              <a:rPr dirty="0"/>
              <a:t> </a:t>
            </a:r>
            <a:r>
              <a:rPr dirty="0" err="1"/>
              <a:t>stora</a:t>
            </a:r>
            <a:r>
              <a:rPr dirty="0"/>
              <a:t> de </a:t>
            </a:r>
            <a:r>
              <a:rPr dirty="0" err="1"/>
              <a:t>är</a:t>
            </a:r>
            <a:r>
              <a:rPr dirty="0"/>
              <a:t> och </a:t>
            </a:r>
            <a:r>
              <a:rPr dirty="0" err="1"/>
              <a:t>hur</a:t>
            </a:r>
            <a:r>
              <a:rPr dirty="0"/>
              <a:t> de </a:t>
            </a:r>
            <a:r>
              <a:rPr dirty="0" err="1"/>
              <a:t>mår</a:t>
            </a:r>
            <a:r>
              <a:rPr dirty="0"/>
              <a:t>. Jag </a:t>
            </a:r>
            <a:r>
              <a:rPr dirty="0" err="1"/>
              <a:t>tänkte</a:t>
            </a:r>
            <a:r>
              <a:rPr dirty="0"/>
              <a:t> </a:t>
            </a:r>
            <a:r>
              <a:rPr dirty="0" err="1"/>
              <a:t>gå</a:t>
            </a:r>
            <a:r>
              <a:rPr dirty="0"/>
              <a:t> </a:t>
            </a:r>
            <a:r>
              <a:rPr dirty="0" err="1"/>
              <a:t>igenom</a:t>
            </a:r>
            <a:r>
              <a:rPr dirty="0"/>
              <a:t> </a:t>
            </a:r>
            <a:r>
              <a:rPr dirty="0" err="1"/>
              <a:t>vad</a:t>
            </a:r>
            <a:r>
              <a:rPr dirty="0"/>
              <a:t> </a:t>
            </a:r>
            <a:r>
              <a:rPr dirty="0" err="1"/>
              <a:t>uppdraget</a:t>
            </a:r>
            <a:r>
              <a:rPr dirty="0"/>
              <a:t> </a:t>
            </a:r>
            <a:r>
              <a:rPr dirty="0" err="1"/>
              <a:t>är</a:t>
            </a:r>
            <a:r>
              <a:rPr dirty="0"/>
              <a:t>, </a:t>
            </a:r>
            <a:r>
              <a:rPr dirty="0" err="1"/>
              <a:t>varför</a:t>
            </a:r>
            <a:r>
              <a:rPr dirty="0"/>
              <a:t> vi </a:t>
            </a:r>
            <a:r>
              <a:rPr dirty="0" err="1"/>
              <a:t>gör</a:t>
            </a:r>
            <a:r>
              <a:rPr dirty="0"/>
              <a:t> det, </a:t>
            </a:r>
            <a:r>
              <a:rPr dirty="0" err="1"/>
              <a:t>hur</a:t>
            </a:r>
            <a:r>
              <a:rPr dirty="0"/>
              <a:t> </a:t>
            </a:r>
            <a:r>
              <a:rPr dirty="0" err="1"/>
              <a:t>tidsplanen</a:t>
            </a:r>
            <a:r>
              <a:rPr dirty="0"/>
              <a:t> ser </a:t>
            </a:r>
            <a:r>
              <a:rPr dirty="0" err="1"/>
              <a:t>ut</a:t>
            </a:r>
            <a:r>
              <a:rPr dirty="0"/>
              <a:t>, </a:t>
            </a:r>
            <a:r>
              <a:rPr dirty="0" err="1"/>
              <a:t>hur</a:t>
            </a:r>
            <a:r>
              <a:rPr dirty="0"/>
              <a:t> vi </a:t>
            </a:r>
            <a:r>
              <a:rPr dirty="0" err="1"/>
              <a:t>jobbar</a:t>
            </a:r>
            <a:r>
              <a:rPr dirty="0"/>
              <a:t> och </a:t>
            </a:r>
            <a:r>
              <a:rPr dirty="0" err="1"/>
              <a:t>vad</a:t>
            </a:r>
            <a:r>
              <a:rPr dirty="0"/>
              <a:t> det </a:t>
            </a:r>
            <a:r>
              <a:rPr dirty="0" err="1"/>
              <a:t>innebär</a:t>
            </a:r>
            <a:r>
              <a:rPr dirty="0"/>
              <a:t> för er. </a:t>
            </a:r>
            <a:r>
              <a:rPr dirty="0" err="1"/>
              <a:t>Avbryt</a:t>
            </a:r>
            <a:r>
              <a:rPr dirty="0"/>
              <a:t> </a:t>
            </a:r>
            <a:r>
              <a:rPr dirty="0" err="1"/>
              <a:t>gärna</a:t>
            </a:r>
            <a:r>
              <a:rPr dirty="0"/>
              <a:t> med </a:t>
            </a:r>
            <a:r>
              <a:rPr dirty="0" err="1"/>
              <a:t>frågor</a:t>
            </a:r>
            <a:r>
              <a:rPr dirty="0"/>
              <a:t> under </a:t>
            </a:r>
            <a:r>
              <a:rPr dirty="0" err="1"/>
              <a:t>tiden</a:t>
            </a:r>
            <a:r>
              <a:rPr dirty="0"/>
              <a:t>.</a:t>
            </a:r>
          </a:p>
          <a:p>
            <a:endParaRPr dirty="0"/>
          </a:p>
          <a:p>
            <a:r>
              <a:rPr dirty="0" err="1"/>
              <a:t>Anpassning</a:t>
            </a:r>
            <a:r>
              <a:rPr dirty="0"/>
              <a:t> per </a:t>
            </a:r>
            <a:r>
              <a:rPr dirty="0" err="1"/>
              <a:t>målgrupp</a:t>
            </a:r>
            <a:endParaRPr dirty="0"/>
          </a:p>
          <a:p>
            <a:r>
              <a:rPr dirty="0"/>
              <a:t>- </a:t>
            </a:r>
            <a:r>
              <a:rPr dirty="0" err="1"/>
              <a:t>Ledningsgrupp</a:t>
            </a:r>
            <a:r>
              <a:rPr dirty="0"/>
              <a:t>: </a:t>
            </a:r>
            <a:r>
              <a:rPr dirty="0" err="1"/>
              <a:t>Lägg</a:t>
            </a:r>
            <a:r>
              <a:rPr dirty="0"/>
              <a:t> till </a:t>
            </a:r>
            <a:r>
              <a:rPr dirty="0" err="1"/>
              <a:t>en</a:t>
            </a:r>
            <a:r>
              <a:rPr dirty="0"/>
              <a:t> </a:t>
            </a:r>
            <a:r>
              <a:rPr dirty="0" err="1"/>
              <a:t>mening</a:t>
            </a:r>
            <a:r>
              <a:rPr dirty="0"/>
              <a:t> om </a:t>
            </a:r>
            <a:r>
              <a:rPr dirty="0" err="1"/>
              <a:t>att</a:t>
            </a:r>
            <a:r>
              <a:rPr dirty="0"/>
              <a:t> det </a:t>
            </a:r>
            <a:r>
              <a:rPr dirty="0" err="1"/>
              <a:t>finns</a:t>
            </a:r>
            <a:r>
              <a:rPr dirty="0"/>
              <a:t> </a:t>
            </a:r>
            <a:r>
              <a:rPr dirty="0" err="1"/>
              <a:t>leveranser</a:t>
            </a:r>
            <a:r>
              <a:rPr dirty="0"/>
              <a:t> till </a:t>
            </a:r>
            <a:r>
              <a:rPr dirty="0" err="1"/>
              <a:t>regeringen</a:t>
            </a:r>
            <a:r>
              <a:rPr dirty="0"/>
              <a:t> med </a:t>
            </a:r>
            <a:r>
              <a:rPr dirty="0" err="1"/>
              <a:t>fasta</a:t>
            </a:r>
            <a:r>
              <a:rPr dirty="0"/>
              <a:t> datum, </a:t>
            </a:r>
            <a:r>
              <a:rPr dirty="0" err="1"/>
              <a:t>så</a:t>
            </a:r>
            <a:r>
              <a:rPr dirty="0"/>
              <a:t> </a:t>
            </a:r>
            <a:r>
              <a:rPr dirty="0" err="1"/>
              <a:t>att</a:t>
            </a:r>
            <a:r>
              <a:rPr dirty="0"/>
              <a:t> ramen </a:t>
            </a:r>
            <a:r>
              <a:rPr dirty="0" err="1"/>
              <a:t>är</a:t>
            </a:r>
            <a:r>
              <a:rPr dirty="0"/>
              <a:t> </a:t>
            </a:r>
            <a:r>
              <a:rPr dirty="0" err="1"/>
              <a:t>tydlig</a:t>
            </a:r>
            <a:r>
              <a:rPr dirty="0"/>
              <a:t> </a:t>
            </a:r>
            <a:r>
              <a:rPr dirty="0" err="1"/>
              <a:t>från</a:t>
            </a:r>
            <a:r>
              <a:rPr dirty="0"/>
              <a:t> </a:t>
            </a:r>
            <a:r>
              <a:rPr dirty="0" err="1"/>
              <a:t>början</a:t>
            </a:r>
            <a:r>
              <a:rPr dirty="0"/>
              <a:t>.</a:t>
            </a:r>
          </a:p>
          <a:p>
            <a:r>
              <a:rPr dirty="0"/>
              <a:t>- Externa: </a:t>
            </a:r>
            <a:r>
              <a:rPr dirty="0" err="1"/>
              <a:t>Presentera</a:t>
            </a:r>
            <a:r>
              <a:rPr dirty="0"/>
              <a:t> dig med </a:t>
            </a:r>
            <a:r>
              <a:rPr dirty="0" err="1"/>
              <a:t>enhet</a:t>
            </a:r>
            <a:r>
              <a:rPr dirty="0"/>
              <a:t> och </a:t>
            </a:r>
            <a:r>
              <a:rPr dirty="0" err="1"/>
              <a:t>att</a:t>
            </a:r>
            <a:r>
              <a:rPr dirty="0"/>
              <a:t> det </a:t>
            </a:r>
            <a:r>
              <a:rPr dirty="0" err="1"/>
              <a:t>är</a:t>
            </a:r>
            <a:r>
              <a:rPr dirty="0"/>
              <a:t> </a:t>
            </a:r>
            <a:r>
              <a:rPr dirty="0" err="1"/>
              <a:t>länsstyrelsen</a:t>
            </a:r>
            <a:r>
              <a:rPr dirty="0"/>
              <a:t> </a:t>
            </a:r>
            <a:r>
              <a:rPr dirty="0" err="1"/>
              <a:t>som</a:t>
            </a:r>
            <a:r>
              <a:rPr dirty="0"/>
              <a:t> </a:t>
            </a:r>
            <a:r>
              <a:rPr dirty="0" err="1"/>
              <a:t>gör</a:t>
            </a:r>
            <a:r>
              <a:rPr dirty="0"/>
              <a:t> </a:t>
            </a:r>
            <a:r>
              <a:rPr dirty="0" err="1"/>
              <a:t>själva</a:t>
            </a:r>
            <a:r>
              <a:rPr dirty="0"/>
              <a:t> </a:t>
            </a:r>
            <a:r>
              <a:rPr dirty="0" err="1"/>
              <a:t>bedömningen</a:t>
            </a:r>
            <a:r>
              <a:rPr dirty="0"/>
              <a:t>; </a:t>
            </a:r>
            <a:r>
              <a:rPr dirty="0" err="1"/>
              <a:t>ingen</a:t>
            </a:r>
            <a:r>
              <a:rPr dirty="0"/>
              <a:t> </a:t>
            </a:r>
            <a:r>
              <a:rPr dirty="0" err="1"/>
              <a:t>förväntas</a:t>
            </a:r>
            <a:r>
              <a:rPr dirty="0"/>
              <a:t> ha </a:t>
            </a:r>
            <a:r>
              <a:rPr dirty="0" err="1"/>
              <a:t>hört</a:t>
            </a:r>
            <a:r>
              <a:rPr dirty="0"/>
              <a:t> talas om NRF </a:t>
            </a:r>
            <a:r>
              <a:rPr dirty="0" err="1"/>
              <a:t>innan</a:t>
            </a:r>
            <a:r>
              <a:rPr dirty="0"/>
              <a:t>.</a:t>
            </a:r>
          </a:p>
          <a:p>
            <a:endParaRPr dirty="0"/>
          </a:p>
          <a:p>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 Vad är naturrestaureringsförordningen?</a:t>
            </a:r>
          </a:p>
          <a:p>
            <a:endParaRPr/>
          </a:p>
          <a:p>
            <a:r>
              <a:t>Vad sliden representerar</a:t>
            </a:r>
          </a:p>
          <a:p>
            <a:r>
              <a:t>Kort bakgrund till varför uppdraget finns. EU:s naturrestaureringsförordning ställer krav på medlemsländerna att veta hur naturtyperna mår och att restaurera där det behövs. Uppdraget till länsstyrelserna är Sveriges sätt att få fram det underlaget för de skyddade områdena.</a:t>
            </a:r>
          </a:p>
          <a:p>
            <a:endParaRPr/>
          </a:p>
          <a:p>
            <a:r>
              <a:t>Talarmanus</a:t>
            </a:r>
          </a:p>
          <a:p>
            <a:r>
              <a:t>EU har antagit en förordning om naturrestaurering, [KOMPLETTERA: årtal när förordningen trädde i kraft]. Tanken är enkel: det räcker inte att skydda natur, den ska också vara i bra skick, och där den inte är det ska den restaureras. För att veta var man ska sätta in åtgärder måste man först veta vad som finns och hur det mår. Det är precis där vårt uppdrag kommer in. Förordningen ställer nya krav på hur Sverige rapporterar tillståndet i naturtyper, och de kraven är anledningen till att regeringen har gett länsstyrelserna ett uppdrag med ganska tight tidplan. [KOMPLETTERA: om Sverige har eller ska ta fram en nationell restaureringsplan, och hur länsstyrelsernas underlag kopplar till den.]</a:t>
            </a:r>
          </a:p>
          <a:p>
            <a:endParaRPr/>
          </a:p>
          <a:p>
            <a:r>
              <a:t>Anpassning per målgrupp</a:t>
            </a:r>
          </a:p>
          <a:p>
            <a:r>
              <a:t>- Ledningsgrupp: Betona att kravet kommer från EU via regeringen, det vill säga att det inte är något vi kan välja bort eller skjuta på.</a:t>
            </a:r>
          </a:p>
          <a:p>
            <a:r>
              <a:t>- Externa: Håll det kort. Poängen för dem är att uppdraget handlar om kunskap, inte om nya regler för hur de får använda sin mark.</a:t>
            </a:r>
          </a:p>
          <a:p>
            <a:endParaRPr/>
          </a:p>
          <a:p>
            <a:r>
              <a:t>---</a:t>
            </a:r>
          </a:p>
          <a:p>
            <a:endParaRPr/>
          </a:p>
          <a:p>
            <a:r>
              <a:t>----- Ursprunglig text / detaljer -----</a:t>
            </a:r>
          </a:p>
          <a:p>
            <a:r>
              <a:t>Faktaunderlag (källa: EUR-Lex 2024/1991, Naturvårdsverket):</a:t>
            </a:r>
          </a:p>
          <a:p>
            <a:r>
              <a:t>- Antagen 24 juni 2024, i kraft 18 augusti 2024.</a:t>
            </a:r>
          </a:p>
          <a:p>
            <a:r>
              <a:t>- Art. 1: restaureringsåtgärder på minst 20 % av EU:s land- och havsareal till 2030, alla ekosystem i behov till 2050.</a:t>
            </a:r>
          </a:p>
          <a:p>
            <a:r>
              <a:t>- Art. 4: livsmiljötyper – minst 30 % av areal som inte är i gott tillstånd till 2030, 60 % till 2040, 90 % till 2050; till 2030 prioriteras Natura 2000.</a:t>
            </a:r>
          </a:p>
          <a:p>
            <a:r>
              <a:t>- Art. 4.9: tillståndet ska vara känt för minst 90 % av arealen till 2030, 100 % till 2040.</a:t>
            </a:r>
          </a:p>
          <a:p>
            <a:r>
              <a:t>- Art. 16/21: utkast till nationell restaureringsplan senast 1 sept 2026, slutlig 1 sept 2027; första rapportering till EU senast 30 juni 2028.</a:t>
            </a:r>
          </a:p>
          <a:p>
            <a:r>
              <a:t>- Sverige: Naturvårdsverket samordnar; förslag till plan (201 åtgärder) redovisades till regeringen 26 feb 2026 (NV-07136-24), kompletterat 29 juni 2026.</a:t>
            </a:r>
          </a:p>
          <a:p>
            <a:r>
              <a:t>- Förkortning: Naturvårdsverket/Länsstyrelsen använder NRF; NRR är den engelska.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 Länsstyrelsernas uppdrag</a:t>
            </a:r>
          </a:p>
          <a:p>
            <a:endParaRPr/>
          </a:p>
          <a:p>
            <a:r>
              <a:t>Vad sliden representerar</a:t>
            </a:r>
          </a:p>
          <a:p>
            <a:r>
              <a:t>Kärnan i uppdraget. Länsstyrelsen ska bedöma vilka livsmiljötyper som finns i de skyddade områdena, hur stor areal de täcker och hur arealen fördelar sig på gott, inte gott och okänt tillstånd. För det som är okänt ska det finnas en plan för hur det ska bli känt.</a:t>
            </a:r>
          </a:p>
          <a:p>
            <a:endParaRPr/>
          </a:p>
          <a:p>
            <a:r>
              <a:t>Talarmanus</a:t>
            </a:r>
          </a:p>
          <a:p>
            <a:r>
              <a:t>Det vi ska göra är i grunden tre saker. Ett: bedöma vilka livsmiljötyper som finns i varje område och hur stor areal de täcker. Två: bedöma tillståndet, alltså hur många hektar som är i gott tillstånd och hur många som inte är det. Tre: vara ärliga med vad vi inte vet. Saknar vi underlag för att avgöra om det ens är en livsmiljötyp, eller vilket skick den är i, ska det redovisas som okänt tillstånd, och för de arealerna ska vi ta fram en plan för hur kunskapen ska samlas in. För varje bedömning ska vi också ange vad den bygger på och hur aktuell den är, så att man i efterhand kan se om det är en fältinventering från i fjol eller en flygbildstolkning från tio år sedan.</a:t>
            </a:r>
          </a:p>
          <a:p>
            <a:endParaRPr/>
          </a:p>
          <a:p>
            <a:r>
              <a:t>Anpassning per målgrupp</a:t>
            </a:r>
          </a:p>
          <a:p>
            <a:r>
              <a:t>- Grannenhet: Lyft fram att "vad bedömningen bygger på" ofta är deras underlag, som basinventering, uppföljning och skötselplaner, och att aktualitetsdatum gör att gamla underlag syns som just gamla.</a:t>
            </a:r>
          </a:p>
          <a:p>
            <a:r>
              <a:t>- Externa: Förklara "livsmiljötyp" med ett exempel från länet, till exempel [KOMPLETTERA: vanlig naturtyp i länet, t.ex. ädellövskog eller slåtteräng].</a:t>
            </a:r>
          </a:p>
          <a:p>
            <a:endParaRPr/>
          </a:p>
          <a:p>
            <a:r>
              <a:t>---</a:t>
            </a:r>
          </a:p>
          <a:p>
            <a:endParaRPr/>
          </a:p>
          <a:p>
            <a:r>
              <a:t>----- Ursprunglig text / detaljer -----</a:t>
            </a:r>
          </a:p>
          <a:p>
            <a:r>
              <a:t>Lst ska bedöma förekommande livsmiljötypers utbredning (areal) och hur den fördelar sig på olika tillstånd (areal i gott respektive inte gott tillstånd)</a:t>
            </a:r>
          </a:p>
          <a:p>
            <a:endParaRPr/>
          </a:p>
          <a:p>
            <a:r>
              <a:t>När man gör bedömningen ska det även anges: </a:t>
            </a:r>
          </a:p>
          <a:p>
            <a:r>
              <a:t>Vad som ligger till grund för bedömning av livsmiljötypernas utbredning </a:t>
            </a:r>
          </a:p>
          <a:p>
            <a:r>
              <a:t>Vad som ligger till grund för bedömning av tillstånd </a:t>
            </a:r>
          </a:p>
          <a:p>
            <a:r>
              <a:t>Hur aktuella (datum) dessa två bedömningar är </a:t>
            </a:r>
          </a:p>
          <a:p>
            <a:endParaRPr/>
          </a:p>
          <a:p>
            <a:r>
              <a:t>Saknas underlag eller tillräcklig kunskap för att bedöma om det är livsmiljötyp eller inte och/eller i vilket tillstånd livsmiljötypen är ska det redovisas som areal i okänt tillstånd</a:t>
            </a:r>
          </a:p>
          <a:p>
            <a:endParaRPr/>
          </a:p>
          <a:p>
            <a:r>
              <a:t>Ursprunglig text i utkastet: Bedöma arealen för olika livsmiljötyper och om tillståndet för dessa är i gott, icke gott eller i okänt tillstånd. För livsmiljötyper med okänd status ska länsstyrelsen lägga upp en plan för att kunna bedöma deras status till 2028.</a:t>
            </a:r>
          </a:p>
          <a:p>
            <a:endParaRPr/>
          </a:p>
          <a:p>
            <a:r>
              <a:t>Faktakoll: förordningens eget kunskapsmål är 90 % känt tillstånd till 2030 (art. 4.9). Årtalet 2028 kommer från uppdraget – ange 'enligt uppdraget' om det ifrågasätts.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4 – </a:t>
            </a:r>
            <a:r>
              <a:rPr dirty="0" err="1"/>
              <a:t>Vilka</a:t>
            </a:r>
            <a:r>
              <a:rPr dirty="0"/>
              <a:t> </a:t>
            </a:r>
            <a:r>
              <a:rPr dirty="0" err="1"/>
              <a:t>områden</a:t>
            </a:r>
            <a:r>
              <a:rPr dirty="0"/>
              <a:t> </a:t>
            </a:r>
            <a:r>
              <a:rPr dirty="0" err="1"/>
              <a:t>ingår</a:t>
            </a:r>
            <a:endParaRPr dirty="0"/>
          </a:p>
          <a:p>
            <a:endParaRPr dirty="0"/>
          </a:p>
          <a:p>
            <a:r>
              <a:rPr dirty="0"/>
              <a:t>Vad </a:t>
            </a:r>
            <a:r>
              <a:rPr dirty="0" err="1"/>
              <a:t>sliden</a:t>
            </a:r>
            <a:r>
              <a:rPr dirty="0"/>
              <a:t> </a:t>
            </a:r>
            <a:r>
              <a:rPr dirty="0" err="1"/>
              <a:t>representerar</a:t>
            </a:r>
            <a:endParaRPr dirty="0"/>
          </a:p>
          <a:p>
            <a:r>
              <a:rPr dirty="0" err="1"/>
              <a:t>Uppdraget</a:t>
            </a:r>
            <a:r>
              <a:rPr dirty="0"/>
              <a:t> </a:t>
            </a:r>
            <a:r>
              <a:rPr dirty="0" err="1"/>
              <a:t>gäller</a:t>
            </a:r>
            <a:r>
              <a:rPr dirty="0"/>
              <a:t> </a:t>
            </a:r>
            <a:r>
              <a:rPr dirty="0" err="1"/>
              <a:t>tre</a:t>
            </a:r>
            <a:r>
              <a:rPr dirty="0"/>
              <a:t> </a:t>
            </a:r>
            <a:r>
              <a:rPr dirty="0" err="1"/>
              <a:t>kategorier</a:t>
            </a:r>
            <a:r>
              <a:rPr dirty="0"/>
              <a:t> av </a:t>
            </a:r>
            <a:r>
              <a:rPr dirty="0" err="1"/>
              <a:t>skyddade</a:t>
            </a:r>
            <a:r>
              <a:rPr dirty="0"/>
              <a:t> </a:t>
            </a:r>
            <a:r>
              <a:rPr dirty="0" err="1"/>
              <a:t>områden</a:t>
            </a:r>
            <a:r>
              <a:rPr dirty="0"/>
              <a:t>: Natura 2000-områden (SCI), </a:t>
            </a:r>
            <a:r>
              <a:rPr dirty="0" err="1"/>
              <a:t>naturreservat</a:t>
            </a:r>
            <a:r>
              <a:rPr dirty="0"/>
              <a:t> och </a:t>
            </a:r>
            <a:r>
              <a:rPr dirty="0" err="1"/>
              <a:t>nationalparker</a:t>
            </a:r>
            <a:r>
              <a:rPr dirty="0"/>
              <a:t>. </a:t>
            </a:r>
            <a:r>
              <a:rPr dirty="0" err="1"/>
              <a:t>Södermanland</a:t>
            </a:r>
            <a:r>
              <a:rPr dirty="0"/>
              <a:t> </a:t>
            </a:r>
            <a:r>
              <a:rPr dirty="0" err="1"/>
              <a:t>saknar</a:t>
            </a:r>
            <a:r>
              <a:rPr dirty="0"/>
              <a:t> </a:t>
            </a:r>
            <a:r>
              <a:rPr dirty="0" err="1"/>
              <a:t>nationalpark</a:t>
            </a:r>
            <a:r>
              <a:rPr dirty="0"/>
              <a:t>, </a:t>
            </a:r>
            <a:r>
              <a:rPr dirty="0" err="1"/>
              <a:t>så</a:t>
            </a:r>
            <a:r>
              <a:rPr dirty="0"/>
              <a:t> </a:t>
            </a:r>
            <a:r>
              <a:rPr dirty="0" err="1"/>
              <a:t>i</a:t>
            </a:r>
            <a:r>
              <a:rPr dirty="0"/>
              <a:t> </a:t>
            </a:r>
            <a:r>
              <a:rPr dirty="0" err="1"/>
              <a:t>praktiken</a:t>
            </a:r>
            <a:r>
              <a:rPr dirty="0"/>
              <a:t> </a:t>
            </a:r>
            <a:r>
              <a:rPr dirty="0" err="1"/>
              <a:t>gäller</a:t>
            </a:r>
            <a:r>
              <a:rPr dirty="0"/>
              <a:t> det Natura 2000 och </a:t>
            </a:r>
            <a:r>
              <a:rPr dirty="0" err="1"/>
              <a:t>naturreservat</a:t>
            </a:r>
            <a:r>
              <a:rPr dirty="0"/>
              <a:t>. Andra </a:t>
            </a:r>
            <a:r>
              <a:rPr dirty="0" err="1"/>
              <a:t>skyddsformer</a:t>
            </a:r>
            <a:r>
              <a:rPr dirty="0"/>
              <a:t> </a:t>
            </a:r>
            <a:r>
              <a:rPr dirty="0" err="1"/>
              <a:t>ingår</a:t>
            </a:r>
            <a:r>
              <a:rPr dirty="0"/>
              <a:t> </a:t>
            </a:r>
            <a:r>
              <a:rPr dirty="0" err="1"/>
              <a:t>inte</a:t>
            </a:r>
            <a:r>
              <a:rPr dirty="0"/>
              <a:t>.</a:t>
            </a:r>
          </a:p>
          <a:p>
            <a:endParaRPr dirty="0"/>
          </a:p>
          <a:p>
            <a:r>
              <a:rPr dirty="0" err="1"/>
              <a:t>Talarmanus</a:t>
            </a:r>
            <a:endParaRPr dirty="0"/>
          </a:p>
          <a:p>
            <a:r>
              <a:rPr dirty="0" err="1"/>
              <a:t>Uppdraget</a:t>
            </a:r>
            <a:r>
              <a:rPr dirty="0"/>
              <a:t> </a:t>
            </a:r>
            <a:r>
              <a:rPr dirty="0" err="1"/>
              <a:t>gäller</a:t>
            </a:r>
            <a:r>
              <a:rPr dirty="0"/>
              <a:t> </a:t>
            </a:r>
            <a:r>
              <a:rPr dirty="0" err="1"/>
              <a:t>tre</a:t>
            </a:r>
            <a:r>
              <a:rPr dirty="0"/>
              <a:t> typer av </a:t>
            </a:r>
            <a:r>
              <a:rPr dirty="0" err="1"/>
              <a:t>områden</a:t>
            </a:r>
            <a:r>
              <a:rPr dirty="0"/>
              <a:t>: Natura 2000-områden, </a:t>
            </a:r>
            <a:r>
              <a:rPr dirty="0" err="1"/>
              <a:t>närmare</a:t>
            </a:r>
            <a:r>
              <a:rPr dirty="0"/>
              <a:t> </a:t>
            </a:r>
            <a:r>
              <a:rPr dirty="0" err="1"/>
              <a:t>bestämt</a:t>
            </a:r>
            <a:r>
              <a:rPr dirty="0"/>
              <a:t> de </a:t>
            </a:r>
            <a:r>
              <a:rPr dirty="0" err="1"/>
              <a:t>som</a:t>
            </a:r>
            <a:r>
              <a:rPr dirty="0"/>
              <a:t> </a:t>
            </a:r>
            <a:r>
              <a:rPr dirty="0" err="1"/>
              <a:t>är</a:t>
            </a:r>
            <a:r>
              <a:rPr dirty="0"/>
              <a:t> </a:t>
            </a:r>
            <a:r>
              <a:rPr dirty="0" err="1"/>
              <a:t>utpekade</a:t>
            </a:r>
            <a:r>
              <a:rPr dirty="0"/>
              <a:t> </a:t>
            </a:r>
            <a:r>
              <a:rPr dirty="0" err="1"/>
              <a:t>enligt</a:t>
            </a:r>
            <a:r>
              <a:rPr dirty="0"/>
              <a:t> art- och </a:t>
            </a:r>
            <a:r>
              <a:rPr dirty="0" err="1"/>
              <a:t>habitatdirektivet</a:t>
            </a:r>
            <a:r>
              <a:rPr dirty="0"/>
              <a:t>, SCI-</a:t>
            </a:r>
            <a:r>
              <a:rPr dirty="0" err="1"/>
              <a:t>områdena</a:t>
            </a:r>
            <a:r>
              <a:rPr dirty="0"/>
              <a:t>, </a:t>
            </a:r>
            <a:r>
              <a:rPr dirty="0" err="1"/>
              <a:t>naturreservat</a:t>
            </a:r>
            <a:r>
              <a:rPr dirty="0"/>
              <a:t> och </a:t>
            </a:r>
            <a:r>
              <a:rPr dirty="0" err="1"/>
              <a:t>nationalparker</a:t>
            </a:r>
            <a:r>
              <a:rPr dirty="0"/>
              <a:t>. </a:t>
            </a:r>
            <a:r>
              <a:rPr dirty="0" err="1"/>
              <a:t>Nationalpark</a:t>
            </a:r>
            <a:r>
              <a:rPr dirty="0"/>
              <a:t> </a:t>
            </a:r>
            <a:r>
              <a:rPr dirty="0" err="1"/>
              <a:t>har</a:t>
            </a:r>
            <a:r>
              <a:rPr dirty="0"/>
              <a:t> vi </a:t>
            </a:r>
            <a:r>
              <a:rPr dirty="0" err="1"/>
              <a:t>ingen</a:t>
            </a:r>
            <a:r>
              <a:rPr dirty="0"/>
              <a:t> </a:t>
            </a:r>
            <a:r>
              <a:rPr dirty="0" err="1"/>
              <a:t>i</a:t>
            </a:r>
            <a:r>
              <a:rPr dirty="0"/>
              <a:t> </a:t>
            </a:r>
            <a:r>
              <a:rPr dirty="0" err="1"/>
              <a:t>Södermanland</a:t>
            </a:r>
            <a:r>
              <a:rPr dirty="0"/>
              <a:t>, </a:t>
            </a:r>
            <a:r>
              <a:rPr dirty="0" err="1"/>
              <a:t>så</a:t>
            </a:r>
            <a:r>
              <a:rPr dirty="0"/>
              <a:t> för </a:t>
            </a:r>
            <a:r>
              <a:rPr dirty="0" err="1"/>
              <a:t>oss</a:t>
            </a:r>
            <a:r>
              <a:rPr dirty="0"/>
              <a:t> </a:t>
            </a:r>
            <a:r>
              <a:rPr dirty="0" err="1"/>
              <a:t>handlar</a:t>
            </a:r>
            <a:r>
              <a:rPr dirty="0"/>
              <a:t> det om Natura 2000 och </a:t>
            </a:r>
            <a:r>
              <a:rPr dirty="0" err="1"/>
              <a:t>naturreservaten</a:t>
            </a:r>
            <a:r>
              <a:rPr dirty="0"/>
              <a:t>. </a:t>
            </a:r>
            <a:r>
              <a:rPr dirty="0" err="1"/>
              <a:t>Många</a:t>
            </a:r>
            <a:r>
              <a:rPr dirty="0"/>
              <a:t> </a:t>
            </a:r>
            <a:r>
              <a:rPr dirty="0" err="1"/>
              <a:t>områden</a:t>
            </a:r>
            <a:r>
              <a:rPr dirty="0"/>
              <a:t> </a:t>
            </a:r>
            <a:r>
              <a:rPr dirty="0" err="1"/>
              <a:t>är</a:t>
            </a:r>
            <a:r>
              <a:rPr dirty="0"/>
              <a:t> </a:t>
            </a:r>
            <a:r>
              <a:rPr dirty="0" err="1"/>
              <a:t>både</a:t>
            </a:r>
            <a:r>
              <a:rPr dirty="0"/>
              <a:t> och, </a:t>
            </a:r>
            <a:r>
              <a:rPr dirty="0" err="1"/>
              <a:t>alltså</a:t>
            </a:r>
            <a:r>
              <a:rPr dirty="0"/>
              <a:t> </a:t>
            </a:r>
            <a:r>
              <a:rPr dirty="0" err="1"/>
              <a:t>ett</a:t>
            </a:r>
            <a:r>
              <a:rPr dirty="0"/>
              <a:t> </a:t>
            </a:r>
            <a:r>
              <a:rPr dirty="0" err="1"/>
              <a:t>naturreservat</a:t>
            </a:r>
            <a:r>
              <a:rPr dirty="0"/>
              <a:t> </a:t>
            </a:r>
            <a:r>
              <a:rPr dirty="0" err="1"/>
              <a:t>som</a:t>
            </a:r>
            <a:r>
              <a:rPr dirty="0"/>
              <a:t> </a:t>
            </a:r>
            <a:r>
              <a:rPr dirty="0" err="1"/>
              <a:t>också</a:t>
            </a:r>
            <a:r>
              <a:rPr dirty="0"/>
              <a:t> </a:t>
            </a:r>
            <a:r>
              <a:rPr dirty="0" err="1"/>
              <a:t>är</a:t>
            </a:r>
            <a:r>
              <a:rPr dirty="0"/>
              <a:t> Natura 2000-område, och de </a:t>
            </a:r>
            <a:r>
              <a:rPr dirty="0" err="1"/>
              <a:t>hanterar</a:t>
            </a:r>
            <a:r>
              <a:rPr dirty="0"/>
              <a:t> vi </a:t>
            </a:r>
            <a:r>
              <a:rPr dirty="0" err="1"/>
              <a:t>förstås</a:t>
            </a:r>
            <a:r>
              <a:rPr dirty="0"/>
              <a:t> </a:t>
            </a:r>
            <a:r>
              <a:rPr dirty="0" err="1"/>
              <a:t>en</a:t>
            </a:r>
            <a:r>
              <a:rPr dirty="0"/>
              <a:t> </a:t>
            </a:r>
            <a:r>
              <a:rPr dirty="0" err="1"/>
              <a:t>gång</a:t>
            </a:r>
            <a:r>
              <a:rPr dirty="0"/>
              <a:t> men </a:t>
            </a:r>
            <a:r>
              <a:rPr dirty="0" err="1"/>
              <a:t>enligt</a:t>
            </a:r>
            <a:r>
              <a:rPr dirty="0"/>
              <a:t> </a:t>
            </a:r>
            <a:r>
              <a:rPr dirty="0" err="1"/>
              <a:t>tidsplanen</a:t>
            </a:r>
            <a:r>
              <a:rPr dirty="0"/>
              <a:t> för Natura 2000, </a:t>
            </a:r>
            <a:r>
              <a:rPr dirty="0" err="1"/>
              <a:t>som</a:t>
            </a:r>
            <a:r>
              <a:rPr dirty="0"/>
              <a:t> ligger </a:t>
            </a:r>
            <a:r>
              <a:rPr dirty="0" err="1"/>
              <a:t>först</a:t>
            </a:r>
            <a:r>
              <a:rPr dirty="0"/>
              <a:t>. I </a:t>
            </a:r>
            <a:r>
              <a:rPr dirty="0" err="1"/>
              <a:t>länet</a:t>
            </a:r>
            <a:r>
              <a:rPr dirty="0"/>
              <a:t> </a:t>
            </a:r>
            <a:r>
              <a:rPr dirty="0" err="1"/>
              <a:t>rör</a:t>
            </a:r>
            <a:r>
              <a:rPr dirty="0"/>
              <a:t> det sig om [KOMPLETTERA: </a:t>
            </a:r>
            <a:r>
              <a:rPr dirty="0" err="1"/>
              <a:t>antal</a:t>
            </a:r>
            <a:r>
              <a:rPr dirty="0"/>
              <a:t> Natura 2000-områden (SCI) och </a:t>
            </a:r>
            <a:r>
              <a:rPr dirty="0" err="1"/>
              <a:t>antal</a:t>
            </a:r>
            <a:r>
              <a:rPr dirty="0"/>
              <a:t> </a:t>
            </a:r>
            <a:r>
              <a:rPr dirty="0" err="1"/>
              <a:t>naturreservat</a:t>
            </a:r>
            <a:r>
              <a:rPr dirty="0"/>
              <a:t> </a:t>
            </a:r>
            <a:r>
              <a:rPr dirty="0" err="1"/>
              <a:t>i</a:t>
            </a:r>
            <a:r>
              <a:rPr dirty="0"/>
              <a:t> </a:t>
            </a:r>
            <a:r>
              <a:rPr dirty="0" err="1"/>
              <a:t>länet</a:t>
            </a:r>
            <a:r>
              <a:rPr dirty="0"/>
              <a:t>, </a:t>
            </a:r>
            <a:r>
              <a:rPr dirty="0" err="1"/>
              <a:t>samt</a:t>
            </a:r>
            <a:r>
              <a:rPr dirty="0"/>
              <a:t> </a:t>
            </a:r>
            <a:r>
              <a:rPr dirty="0" err="1"/>
              <a:t>ungefärlig</a:t>
            </a:r>
            <a:r>
              <a:rPr dirty="0"/>
              <a:t> total areal]. Andra former av </a:t>
            </a:r>
            <a:r>
              <a:rPr dirty="0" err="1"/>
              <a:t>skydd</a:t>
            </a:r>
            <a:r>
              <a:rPr dirty="0"/>
              <a:t>, </a:t>
            </a:r>
            <a:r>
              <a:rPr dirty="0" err="1"/>
              <a:t>som</a:t>
            </a:r>
            <a:r>
              <a:rPr dirty="0"/>
              <a:t> </a:t>
            </a:r>
            <a:r>
              <a:rPr dirty="0" err="1"/>
              <a:t>biotopskydd</a:t>
            </a:r>
            <a:r>
              <a:rPr dirty="0"/>
              <a:t> </a:t>
            </a:r>
            <a:r>
              <a:rPr dirty="0" err="1"/>
              <a:t>eller</a:t>
            </a:r>
            <a:r>
              <a:rPr dirty="0"/>
              <a:t> </a:t>
            </a:r>
            <a:r>
              <a:rPr dirty="0" err="1"/>
              <a:t>naturvårdsavtal</a:t>
            </a:r>
            <a:r>
              <a:rPr dirty="0"/>
              <a:t>, </a:t>
            </a:r>
            <a:r>
              <a:rPr dirty="0" err="1"/>
              <a:t>ingår</a:t>
            </a:r>
            <a:r>
              <a:rPr dirty="0"/>
              <a:t> </a:t>
            </a:r>
            <a:r>
              <a:rPr dirty="0" err="1"/>
              <a:t>inte</a:t>
            </a:r>
            <a:r>
              <a:rPr dirty="0"/>
              <a:t> </a:t>
            </a:r>
            <a:r>
              <a:rPr dirty="0" err="1"/>
              <a:t>i</a:t>
            </a:r>
            <a:r>
              <a:rPr dirty="0"/>
              <a:t> det </a:t>
            </a:r>
            <a:r>
              <a:rPr dirty="0" err="1"/>
              <a:t>här</a:t>
            </a:r>
            <a:r>
              <a:rPr dirty="0"/>
              <a:t> </a:t>
            </a:r>
            <a:r>
              <a:rPr dirty="0" err="1"/>
              <a:t>uppdraget</a:t>
            </a:r>
            <a:r>
              <a:rPr dirty="0"/>
              <a:t>.</a:t>
            </a:r>
          </a:p>
          <a:p>
            <a:endParaRPr dirty="0"/>
          </a:p>
          <a:p>
            <a:r>
              <a:rPr dirty="0" err="1"/>
              <a:t>Anpassning</a:t>
            </a:r>
            <a:r>
              <a:rPr dirty="0"/>
              <a:t> per </a:t>
            </a:r>
            <a:r>
              <a:rPr dirty="0" err="1"/>
              <a:t>målgrupp</a:t>
            </a:r>
            <a:endParaRPr dirty="0"/>
          </a:p>
          <a:p>
            <a:r>
              <a:rPr dirty="0"/>
              <a:t>- </a:t>
            </a:r>
            <a:r>
              <a:rPr dirty="0" err="1"/>
              <a:t>Ledningsgrupp</a:t>
            </a:r>
            <a:r>
              <a:rPr dirty="0"/>
              <a:t>: </a:t>
            </a:r>
            <a:r>
              <a:rPr dirty="0" err="1"/>
              <a:t>Antalet</a:t>
            </a:r>
            <a:r>
              <a:rPr dirty="0"/>
              <a:t> </a:t>
            </a:r>
            <a:r>
              <a:rPr dirty="0" err="1"/>
              <a:t>områden</a:t>
            </a:r>
            <a:r>
              <a:rPr dirty="0"/>
              <a:t> och </a:t>
            </a:r>
            <a:r>
              <a:rPr dirty="0" err="1"/>
              <a:t>arealen</a:t>
            </a:r>
            <a:r>
              <a:rPr dirty="0"/>
              <a:t> </a:t>
            </a:r>
            <a:r>
              <a:rPr dirty="0" err="1"/>
              <a:t>är</a:t>
            </a:r>
            <a:r>
              <a:rPr dirty="0"/>
              <a:t> det </a:t>
            </a:r>
            <a:r>
              <a:rPr dirty="0" err="1"/>
              <a:t>som</a:t>
            </a:r>
            <a:r>
              <a:rPr dirty="0"/>
              <a:t> </a:t>
            </a:r>
            <a:r>
              <a:rPr dirty="0" err="1"/>
              <a:t>styr</a:t>
            </a:r>
            <a:r>
              <a:rPr dirty="0"/>
              <a:t> </a:t>
            </a:r>
            <a:r>
              <a:rPr dirty="0" err="1"/>
              <a:t>arbetsmängden</a:t>
            </a:r>
            <a:r>
              <a:rPr dirty="0"/>
              <a:t>; ha </a:t>
            </a:r>
            <a:r>
              <a:rPr dirty="0" err="1"/>
              <a:t>siffrorna</a:t>
            </a:r>
            <a:r>
              <a:rPr dirty="0"/>
              <a:t> </a:t>
            </a:r>
            <a:r>
              <a:rPr dirty="0" err="1"/>
              <a:t>på</a:t>
            </a:r>
            <a:r>
              <a:rPr dirty="0"/>
              <a:t> plats.</a:t>
            </a:r>
          </a:p>
          <a:p>
            <a:r>
              <a:rPr dirty="0"/>
              <a:t>- Externa: </a:t>
            </a:r>
            <a:r>
              <a:rPr dirty="0" err="1"/>
              <a:t>Säg</a:t>
            </a:r>
            <a:r>
              <a:rPr dirty="0"/>
              <a:t> </a:t>
            </a:r>
            <a:r>
              <a:rPr dirty="0" err="1"/>
              <a:t>tydligt</a:t>
            </a:r>
            <a:r>
              <a:rPr dirty="0"/>
              <a:t> om det </a:t>
            </a:r>
            <a:r>
              <a:rPr dirty="0" err="1"/>
              <a:t>område</a:t>
            </a:r>
            <a:r>
              <a:rPr dirty="0"/>
              <a:t> de </a:t>
            </a:r>
            <a:r>
              <a:rPr dirty="0" err="1"/>
              <a:t>förvaltar</a:t>
            </a:r>
            <a:r>
              <a:rPr dirty="0"/>
              <a:t> </a:t>
            </a:r>
            <a:r>
              <a:rPr dirty="0" err="1"/>
              <a:t>eller</a:t>
            </a:r>
            <a:r>
              <a:rPr dirty="0"/>
              <a:t> </a:t>
            </a:r>
            <a:r>
              <a:rPr dirty="0" err="1"/>
              <a:t>äger</a:t>
            </a:r>
            <a:r>
              <a:rPr dirty="0"/>
              <a:t> </a:t>
            </a:r>
            <a:r>
              <a:rPr dirty="0" err="1"/>
              <a:t>ingår</a:t>
            </a:r>
            <a:r>
              <a:rPr dirty="0"/>
              <a:t> </a:t>
            </a:r>
            <a:r>
              <a:rPr dirty="0" err="1"/>
              <a:t>eller</a:t>
            </a:r>
            <a:r>
              <a:rPr dirty="0"/>
              <a:t> </a:t>
            </a:r>
            <a:r>
              <a:rPr dirty="0" err="1"/>
              <a:t>inte</a:t>
            </a:r>
            <a:r>
              <a:rPr dirty="0"/>
              <a:t>, och </a:t>
            </a:r>
            <a:r>
              <a:rPr dirty="0" err="1"/>
              <a:t>varför</a:t>
            </a:r>
            <a:r>
              <a:rPr dirty="0"/>
              <a:t>.</a:t>
            </a:r>
          </a:p>
          <a:p>
            <a:endParaRPr dirty="0"/>
          </a:p>
          <a:p>
            <a:r>
              <a:rPr dirty="0"/>
              <a:t>---</a:t>
            </a:r>
          </a:p>
          <a:p>
            <a:endParaRPr dirty="0"/>
          </a:p>
          <a:p>
            <a:r>
              <a:rPr dirty="0"/>
              <a:t>----- </a:t>
            </a:r>
            <a:r>
              <a:rPr dirty="0" err="1"/>
              <a:t>Ursprunglig</a:t>
            </a:r>
            <a:r>
              <a:rPr dirty="0"/>
              <a:t> text / </a:t>
            </a:r>
            <a:r>
              <a:rPr dirty="0" err="1"/>
              <a:t>detaljer</a:t>
            </a:r>
            <a:r>
              <a:rPr dirty="0"/>
              <a:t> -----</a:t>
            </a:r>
          </a:p>
          <a:p>
            <a:r>
              <a:rPr dirty="0" err="1"/>
              <a:t>Ingår</a:t>
            </a:r>
            <a:r>
              <a:rPr dirty="0"/>
              <a:t> </a:t>
            </a:r>
            <a:r>
              <a:rPr dirty="0" err="1"/>
              <a:t>i</a:t>
            </a:r>
            <a:r>
              <a:rPr dirty="0"/>
              <a:t> </a:t>
            </a:r>
            <a:r>
              <a:rPr dirty="0" err="1"/>
              <a:t>uppdraget</a:t>
            </a:r>
            <a:r>
              <a:rPr dirty="0"/>
              <a:t>: Natura 2000-områden (SCI), </a:t>
            </a:r>
            <a:r>
              <a:rPr dirty="0" err="1"/>
              <a:t>naturreservat</a:t>
            </a:r>
            <a:r>
              <a:rPr dirty="0"/>
              <a:t> och </a:t>
            </a:r>
            <a:r>
              <a:rPr dirty="0" err="1"/>
              <a:t>nationalparker</a:t>
            </a:r>
            <a:r>
              <a:rPr dirty="0"/>
              <a:t> (</a:t>
            </a:r>
            <a:r>
              <a:rPr dirty="0" err="1"/>
              <a:t>finns</a:t>
            </a:r>
            <a:r>
              <a:rPr dirty="0"/>
              <a:t> </a:t>
            </a:r>
            <a:r>
              <a:rPr dirty="0" err="1"/>
              <a:t>inte</a:t>
            </a:r>
            <a:r>
              <a:rPr dirty="0"/>
              <a:t> </a:t>
            </a:r>
            <a:r>
              <a:rPr dirty="0" err="1"/>
              <a:t>i</a:t>
            </a:r>
            <a:r>
              <a:rPr dirty="0"/>
              <a:t> </a:t>
            </a:r>
            <a:r>
              <a:rPr dirty="0" err="1"/>
              <a:t>länet</a:t>
            </a:r>
            <a:r>
              <a:rPr dirty="0"/>
              <a:t>).</a:t>
            </a:r>
          </a:p>
          <a:p>
            <a:endParaRPr dirty="0"/>
          </a:p>
          <a:p>
            <a:r>
              <a:rPr dirty="0" err="1"/>
              <a:t>Saknas</a:t>
            </a:r>
            <a:r>
              <a:rPr dirty="0"/>
              <a:t> </a:t>
            </a:r>
            <a:r>
              <a:rPr dirty="0" err="1"/>
              <a:t>underlag</a:t>
            </a:r>
            <a:r>
              <a:rPr dirty="0"/>
              <a:t> </a:t>
            </a:r>
            <a:r>
              <a:rPr dirty="0" err="1"/>
              <a:t>eller</a:t>
            </a:r>
            <a:r>
              <a:rPr dirty="0"/>
              <a:t> </a:t>
            </a:r>
            <a:r>
              <a:rPr dirty="0" err="1"/>
              <a:t>tillräcklig</a:t>
            </a:r>
            <a:r>
              <a:rPr dirty="0"/>
              <a:t> </a:t>
            </a:r>
            <a:r>
              <a:rPr dirty="0" err="1"/>
              <a:t>kunskap</a:t>
            </a:r>
            <a:r>
              <a:rPr dirty="0"/>
              <a:t> för </a:t>
            </a:r>
            <a:r>
              <a:rPr dirty="0" err="1"/>
              <a:t>att</a:t>
            </a:r>
            <a:r>
              <a:rPr dirty="0"/>
              <a:t> </a:t>
            </a:r>
            <a:r>
              <a:rPr dirty="0" err="1"/>
              <a:t>bedöma</a:t>
            </a:r>
            <a:r>
              <a:rPr dirty="0"/>
              <a:t> om det </a:t>
            </a:r>
            <a:r>
              <a:rPr dirty="0" err="1"/>
              <a:t>är</a:t>
            </a:r>
            <a:r>
              <a:rPr dirty="0"/>
              <a:t> </a:t>
            </a:r>
            <a:r>
              <a:rPr dirty="0" err="1"/>
              <a:t>livsmiljötyp</a:t>
            </a:r>
            <a:r>
              <a:rPr dirty="0"/>
              <a:t> </a:t>
            </a:r>
            <a:r>
              <a:rPr dirty="0" err="1"/>
              <a:t>eller</a:t>
            </a:r>
            <a:r>
              <a:rPr dirty="0"/>
              <a:t> </a:t>
            </a:r>
            <a:r>
              <a:rPr dirty="0" err="1"/>
              <a:t>inte</a:t>
            </a:r>
            <a:r>
              <a:rPr dirty="0"/>
              <a:t> och/</a:t>
            </a:r>
            <a:r>
              <a:rPr dirty="0" err="1"/>
              <a:t>eller</a:t>
            </a:r>
            <a:r>
              <a:rPr dirty="0"/>
              <a:t> </a:t>
            </a:r>
            <a:r>
              <a:rPr dirty="0" err="1"/>
              <a:t>i</a:t>
            </a:r>
            <a:r>
              <a:rPr dirty="0"/>
              <a:t> </a:t>
            </a:r>
            <a:r>
              <a:rPr dirty="0" err="1"/>
              <a:t>vilket</a:t>
            </a:r>
            <a:r>
              <a:rPr dirty="0"/>
              <a:t> </a:t>
            </a:r>
            <a:r>
              <a:rPr dirty="0" err="1"/>
              <a:t>tillstånd</a:t>
            </a:r>
            <a:r>
              <a:rPr dirty="0"/>
              <a:t> </a:t>
            </a:r>
            <a:r>
              <a:rPr dirty="0" err="1"/>
              <a:t>livsmiljötypen</a:t>
            </a:r>
            <a:r>
              <a:rPr dirty="0"/>
              <a:t> </a:t>
            </a:r>
            <a:r>
              <a:rPr dirty="0" err="1"/>
              <a:t>är</a:t>
            </a:r>
            <a:r>
              <a:rPr dirty="0"/>
              <a:t> ska det </a:t>
            </a:r>
            <a:r>
              <a:rPr dirty="0" err="1"/>
              <a:t>redovisas</a:t>
            </a:r>
            <a:r>
              <a:rPr dirty="0"/>
              <a:t> </a:t>
            </a:r>
            <a:r>
              <a:rPr dirty="0" err="1"/>
              <a:t>som</a:t>
            </a:r>
            <a:r>
              <a:rPr dirty="0"/>
              <a:t> areal </a:t>
            </a:r>
            <a:r>
              <a:rPr dirty="0" err="1"/>
              <a:t>i</a:t>
            </a:r>
            <a:r>
              <a:rPr dirty="0"/>
              <a:t> </a:t>
            </a:r>
            <a:r>
              <a:rPr dirty="0" err="1"/>
              <a:t>okänt</a:t>
            </a:r>
            <a:r>
              <a:rPr dirty="0"/>
              <a:t> </a:t>
            </a:r>
            <a:r>
              <a:rPr dirty="0" err="1"/>
              <a:t>tillstånd</a:t>
            </a:r>
            <a:r>
              <a:rPr dirty="0"/>
              <a:t>. För dessa </a:t>
            </a:r>
            <a:r>
              <a:rPr dirty="0" err="1"/>
              <a:t>arealer</a:t>
            </a:r>
            <a:r>
              <a:rPr dirty="0"/>
              <a:t> ska det </a:t>
            </a:r>
            <a:r>
              <a:rPr dirty="0" err="1"/>
              <a:t>tas</a:t>
            </a:r>
            <a:r>
              <a:rPr dirty="0"/>
              <a:t> </a:t>
            </a:r>
            <a:r>
              <a:rPr dirty="0" err="1"/>
              <a:t>fram</a:t>
            </a:r>
            <a:r>
              <a:rPr dirty="0"/>
              <a:t> </a:t>
            </a:r>
            <a:r>
              <a:rPr dirty="0" err="1"/>
              <a:t>en</a:t>
            </a:r>
            <a:r>
              <a:rPr dirty="0"/>
              <a:t> plan för </a:t>
            </a:r>
            <a:r>
              <a:rPr dirty="0" err="1"/>
              <a:t>hur</a:t>
            </a:r>
            <a:r>
              <a:rPr dirty="0"/>
              <a:t> </a:t>
            </a:r>
            <a:r>
              <a:rPr dirty="0" err="1"/>
              <a:t>kunskapen</a:t>
            </a:r>
            <a:r>
              <a:rPr dirty="0"/>
              <a:t> ska </a:t>
            </a:r>
            <a:r>
              <a:rPr dirty="0" err="1"/>
              <a:t>samlas</a:t>
            </a:r>
            <a:r>
              <a:rPr dirty="0"/>
              <a:t> in. </a:t>
            </a:r>
            <a:r>
              <a:rPr dirty="0" err="1"/>
              <a:t>Planen</a:t>
            </a:r>
            <a:r>
              <a:rPr dirty="0"/>
              <a:t> </a:t>
            </a:r>
            <a:r>
              <a:rPr dirty="0" err="1"/>
              <a:t>tas</a:t>
            </a:r>
            <a:r>
              <a:rPr dirty="0"/>
              <a:t> </a:t>
            </a:r>
            <a:r>
              <a:rPr dirty="0" err="1"/>
              <a:t>fram</a:t>
            </a:r>
            <a:r>
              <a:rPr dirty="0"/>
              <a:t> </a:t>
            </a:r>
            <a:r>
              <a:rPr dirty="0" err="1"/>
              <a:t>tillsammans</a:t>
            </a:r>
            <a:r>
              <a:rPr dirty="0"/>
              <a:t> med </a:t>
            </a:r>
          </a:p>
          <a:p>
            <a:endParaRPr dirty="0"/>
          </a:p>
          <a:p>
            <a:r>
              <a:rPr dirty="0" err="1"/>
              <a:t>Faktakoll</a:t>
            </a:r>
            <a:r>
              <a:rPr dirty="0"/>
              <a:t>: de </a:t>
            </a:r>
            <a:r>
              <a:rPr dirty="0" err="1"/>
              <a:t>flesta</a:t>
            </a:r>
            <a:r>
              <a:rPr dirty="0"/>
              <a:t> </a:t>
            </a:r>
            <a:r>
              <a:rPr dirty="0" err="1"/>
              <a:t>svenska</a:t>
            </a:r>
            <a:r>
              <a:rPr dirty="0"/>
              <a:t> </a:t>
            </a:r>
            <a:r>
              <a:rPr dirty="0" err="1"/>
              <a:t>habitatdirektivsområden</a:t>
            </a:r>
            <a:r>
              <a:rPr dirty="0"/>
              <a:t> </a:t>
            </a:r>
            <a:r>
              <a:rPr dirty="0" err="1"/>
              <a:t>är</a:t>
            </a:r>
            <a:r>
              <a:rPr dirty="0"/>
              <a:t> </a:t>
            </a:r>
            <a:r>
              <a:rPr dirty="0" err="1"/>
              <a:t>beslutade</a:t>
            </a:r>
            <a:r>
              <a:rPr dirty="0"/>
              <a:t> </a:t>
            </a:r>
            <a:r>
              <a:rPr dirty="0" err="1"/>
              <a:t>som</a:t>
            </a:r>
            <a:r>
              <a:rPr dirty="0"/>
              <a:t> SAC (</a:t>
            </a:r>
            <a:r>
              <a:rPr dirty="0" err="1"/>
              <a:t>särskilda</a:t>
            </a:r>
            <a:r>
              <a:rPr dirty="0"/>
              <a:t> </a:t>
            </a:r>
            <a:r>
              <a:rPr dirty="0" err="1"/>
              <a:t>bevarandeområden</a:t>
            </a:r>
            <a:r>
              <a:rPr dirty="0"/>
              <a:t>); SPA-områden (</a:t>
            </a:r>
            <a:r>
              <a:rPr dirty="0" err="1"/>
              <a:t>fågeldirektivet</a:t>
            </a:r>
            <a:r>
              <a:rPr dirty="0"/>
              <a:t>) </a:t>
            </a:r>
            <a:r>
              <a:rPr dirty="0" err="1"/>
              <a:t>saknar</a:t>
            </a:r>
            <a:r>
              <a:rPr dirty="0"/>
              <a:t> </a:t>
            </a:r>
            <a:r>
              <a:rPr dirty="0" err="1"/>
              <a:t>bilaga</a:t>
            </a:r>
            <a:r>
              <a:rPr dirty="0"/>
              <a:t> 1-livsmiljötyper. NNK </a:t>
            </a:r>
            <a:r>
              <a:rPr dirty="0" err="1"/>
              <a:t>täcker</a:t>
            </a:r>
            <a:r>
              <a:rPr dirty="0"/>
              <a:t> Natura 2000, </a:t>
            </a:r>
            <a:r>
              <a:rPr dirty="0" err="1"/>
              <a:t>naturreservat</a:t>
            </a:r>
            <a:r>
              <a:rPr dirty="0"/>
              <a:t> och </a:t>
            </a:r>
            <a:r>
              <a:rPr dirty="0" err="1"/>
              <a:t>nationalparker</a:t>
            </a:r>
            <a:r>
              <a:rPr dirty="0"/>
              <a:t> (</a:t>
            </a:r>
            <a:r>
              <a:rPr dirty="0" err="1"/>
              <a:t>Naturvårdsverket</a:t>
            </a:r>
            <a:r>
              <a:rPr dirty="0"/>
              <a:t>). Inga </a:t>
            </a:r>
            <a:r>
              <a:rPr dirty="0" err="1"/>
              <a:t>nationalparker</a:t>
            </a:r>
            <a:r>
              <a:rPr dirty="0"/>
              <a:t> </a:t>
            </a:r>
            <a:r>
              <a:rPr dirty="0" err="1"/>
              <a:t>i</a:t>
            </a:r>
            <a:r>
              <a:rPr dirty="0"/>
              <a:t> </a:t>
            </a:r>
            <a:r>
              <a:rPr dirty="0" err="1"/>
              <a:t>Södermanlands</a:t>
            </a:r>
            <a:r>
              <a:rPr dirty="0"/>
              <a:t> </a:t>
            </a:r>
            <a:r>
              <a:rPr dirty="0" err="1"/>
              <a:t>län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 Varför är det viktigt</a:t>
            </a:r>
          </a:p>
          <a:p>
            <a:endParaRPr/>
          </a:p>
          <a:p>
            <a:r>
              <a:t>Vad sliden representerar</a:t>
            </a:r>
          </a:p>
          <a:p>
            <a:r>
              <a:t>Nyttan med underlaget. Det blir grund för att bedöma behov av restaurering och skydd, för att följa upp hur tillståndet förändras och för att revidera skötsel- och bevarandeplaner. Det används också i Sveriges rapportering till EU om Natura 2000 och enligt art- och habitatdirektivet.</a:t>
            </a:r>
          </a:p>
          <a:p>
            <a:endParaRPr/>
          </a:p>
          <a:p>
            <a:r>
              <a:t>Talarmanus</a:t>
            </a:r>
          </a:p>
          <a:p>
            <a:r>
              <a:t>Varför lägger vi tid på det här? För det första får vi en samlad bild av vad som faktiskt finns i våra skyddade områden och hur det mår, på samma sätt i hela länet och hela landet. Det gör att vi kan se var restaurering behövs och följa upp om det blir bättre eller sämre över tid. För det andra blir det ett bra underlag när skötselplaner och bevarandeplaner ska ses över. För det tredje är det Sveriges rapportering till EU: uppgifterna ska in i rapporteringen för Natura 2000-områdena och i artikel 17-rapporteringen enligt art- och habitatdirektivet. Och till sist visar det hur de skyddade områdena bidrar till biologisk mångfald och miljömålen. Kort sagt: vi gör en gång ett jobb som vi sedan har nytta av på många håll.</a:t>
            </a:r>
          </a:p>
          <a:p>
            <a:endParaRPr/>
          </a:p>
          <a:p>
            <a:r>
              <a:t>Anpassning per målgrupp</a:t>
            </a:r>
          </a:p>
          <a:p>
            <a:r>
              <a:t>- Ledningsgrupp: Betona rapporteringen till EU och att underlaget minskar framtida ad hoc-jobb inför rapporteringar.</a:t>
            </a:r>
          </a:p>
          <a:p>
            <a:r>
              <a:t>- Grannenhet: Betona nyttan för skötsel och bevarandeplaner; det här är ett underlag de själva kommer att använda.</a:t>
            </a:r>
          </a:p>
          <a:p>
            <a:r>
              <a:t>- Externa: Betona att det ger en bättre grund för dialog om skötsel i "deras" område, och att det inte i sig innebär nya restriktioner.</a:t>
            </a:r>
          </a:p>
          <a:p>
            <a:endParaRPr/>
          </a:p>
          <a:p>
            <a:r>
              <a:t>---</a:t>
            </a:r>
          </a:p>
          <a:p>
            <a:endParaRPr/>
          </a:p>
          <a:p>
            <a:r>
              <a:t>----- Ursprunglig text / detaljer -----</a:t>
            </a:r>
          </a:p>
          <a:p>
            <a:r>
              <a:t>Ursprunglig text (utkastet):</a:t>
            </a:r>
          </a:p>
          <a:p>
            <a:r>
              <a:t>Uppgifterna är grund för att bedöma behov av restaurering, återställande och skydd likväl som uppföljning av hur tillståndet förändras. </a:t>
            </a:r>
          </a:p>
          <a:p>
            <a:r>
              <a:t>Det är en bra grund för att revidera beslut, skötsel- och bevarandeplaner där det behövs. </a:t>
            </a:r>
          </a:p>
          <a:p>
            <a:r>
              <a:t>Underlaget kan beskriva hur skyddade områden bidrar till att bevara biologisk mångfald och till de svenska miljömålen. </a:t>
            </a:r>
          </a:p>
          <a:p>
            <a:r>
              <a:t>Det är en viktig pusselbit i Sveriges genomförande av Naturrestaureringsförordningen och uppgifterna kommer vara underlag för kommande rapporteringar av Natura 2000-områden samt rapportering av art- och habitatdirektivet (artikel 17). </a:t>
            </a:r>
          </a:p>
          <a:p>
            <a:r>
              <a:t>Nya krav på rapporteringarna är anledningen till att regeringen har gett länsstyrelserna i uppdrag att göra detta nu, med en tight tidplan.</a:t>
            </a:r>
          </a:p>
          <a:p>
            <a:endParaRPr/>
          </a:p>
          <a:p>
            <a:r>
              <a:t>Faktakoll – konkretisering av 'nya krav': nytt SDF-format för Natura 2000 (beslut (EU) 2023/2806, tillämpas från 1 feb 2025) kräver areal i gott/inte gott/okänt tillstånd per livsmiljötyp och område; NRF art. 4.9 kräver känt tillstånd för 90 % av arealen till 2030. Artikel 17-rapportering vart sjätte år: senaste lämnades augusti 2025, nästa 2031.</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 Tidsplan i tre steg: 2026 / 2027 / 2028</a:t>
            </a:r>
          </a:p>
          <a:p>
            <a:endParaRPr/>
          </a:p>
          <a:p>
            <a:r>
              <a:t>Vad sliden representerar</a:t>
            </a:r>
          </a:p>
          <a:p>
            <a:r>
              <a:t>Uppdraget levereras stegvis. 2026 gäller Natura 2000-områdena: arealer med känt respektive okänt tillstånd och en plan för det okända. 2027 ska Natura 2000 vara färdigkartlagt och slutredovisas till regeringen, samtidigt som naturreservaten når samma läge som Natura 2000 hade 2026. 2028 ska allt ligga i NNK och åtgärdsområden i IT-stödet för skötsel, och uppgifterna förs över till EU-rapporteringen.</a:t>
            </a:r>
          </a:p>
          <a:p>
            <a:endParaRPr/>
          </a:p>
          <a:p>
            <a:r>
              <a:t>Talarmanus</a:t>
            </a:r>
          </a:p>
          <a:p>
            <a:r>
              <a:t>Tidsplanen har tre steg. I år, 2026, är fokus Natura 2000-områdena. Där ska vi redovisa hur stor areal som är i gott respektive inte gott tillstånd där vi vet det, hur stor areal som är okänd, vilka livsmiljötyper i vilka områden osäkerheten gäller, och en plan för hur det okända ska bli känt. 2027 ska Natura 2000-områdena vara färdiga, med utbredning och tillstånd för alla livsmiljötyper, och slutredovisas till regeringen. Samma år gör vi för naturreservaten det vi gjorde för Natura 2000 i år. 2028 ska allt finnas i NNK, åtgärdsområden ska finnas i IT-stödet för skötsel, och Naturvårdsverket räknar med att uppgifterna förs över till SDF, alltså EU-rapporteringen för Natura 2000. Exakta leveransdatum: [KOMPLETTERA: datum för respektive delredovisning].</a:t>
            </a:r>
          </a:p>
          <a:p>
            <a:endParaRPr/>
          </a:p>
          <a:p>
            <a:r>
              <a:t>Anpassning per målgrupp</a:t>
            </a:r>
          </a:p>
          <a:p>
            <a:r>
              <a:t>- Ledningsgrupp: Det här är den viktigaste sliden. Var tydlig med att 2026 och 2027 är leveranser till regeringen och vad som behöver vara klart när. Nämn risken att det okända inte hinner bli känt till 2028 om fältinventering inte får resurser.</a:t>
            </a:r>
          </a:p>
          <a:p>
            <a:r>
              <a:t>- Grannenhet: Lyft att naturreservaten kommer in 2027, alltså att deras underlag behövs på allvar från nästa år, och att åtgärdsområden i IT-stödet för skötsel är en gemensam leverans 2028.</a:t>
            </a:r>
          </a:p>
          <a:p>
            <a:r>
              <a:t>- Externa: Kondensera till "2026–2027 kartlägger vi, 2028 är allt på plats". Detaljerna behöver de inte.</a:t>
            </a:r>
          </a:p>
          <a:p>
            <a:endParaRPr/>
          </a:p>
          <a:p>
            <a:r>
              <a:t>---</a:t>
            </a:r>
          </a:p>
          <a:p>
            <a:endParaRPr/>
          </a:p>
          <a:p>
            <a:r>
              <a:t>----- Ursprunglig text / detaljer -----</a:t>
            </a:r>
          </a:p>
          <a:p>
            <a:r>
              <a:t>Ursprunglig text (utkastet):</a:t>
            </a:r>
          </a:p>
          <a:p>
            <a:r>
              <a:t>Klart 2026, inom Natura 2000-områden:</a:t>
            </a:r>
          </a:p>
          <a:p>
            <a:r>
              <a:t>- areal av livsmiljötyper i gott eller inte gott tillstånd (där det är känt)</a:t>
            </a:r>
          </a:p>
          <a:p>
            <a:r>
              <a:t>- areal där tillståndet är okänt vilket inbegriper utbredning (areal) av osäker/obestämd livsmiljötyp/utvecklingsmark samt utbredning (areal) livsmiljötyp i okänt tillstånd </a:t>
            </a:r>
          </a:p>
          <a:p>
            <a:r>
              <a:t>- en redovisning av vilka livsmiljötyper inom respektive Natura 2000 område som omfattas av osäkerhet eller okänt tillstånd </a:t>
            </a:r>
          </a:p>
          <a:p>
            <a:r>
              <a:t>- en plan för hur osäker utbredning och okänt tillstånd ska bli känt </a:t>
            </a:r>
          </a:p>
          <a:p>
            <a:r>
              <a:t>Klart 2027, inom Natura 2000-områden: </a:t>
            </a:r>
          </a:p>
          <a:p>
            <a:r>
              <a:t>- livsmiljötypernas utbredning (ytor, linje eller punkt) och tillstånd (gott eller inte gott) </a:t>
            </a:r>
          </a:p>
          <a:p>
            <a:r>
              <a:t>- slutredovisning till regeringen </a:t>
            </a:r>
          </a:p>
          <a:p>
            <a:r>
              <a:t>Klart 2027, inom naturreservat och nationalparker: </a:t>
            </a:r>
          </a:p>
          <a:p>
            <a:r>
              <a:t>- areal av livsmiljötyper i gott eller inte gott tillstånd (där det är känt)</a:t>
            </a:r>
          </a:p>
          <a:p>
            <a:r>
              <a:t>- utbredning av osäker/obestämd livsmiljötyp (areal) samt utbredning (areal) livsmiljötyp i okänt tillstånd </a:t>
            </a:r>
          </a:p>
          <a:p>
            <a:r>
              <a:t>- en plan för hur osäker utbredning och okänt tillstånd ska åtgärdas </a:t>
            </a:r>
          </a:p>
          <a:p>
            <a:r>
              <a:t>Klart 2028, Natura 2000-områden, naturreservat och nationalparker: </a:t>
            </a:r>
          </a:p>
          <a:p>
            <a:r>
              <a:t>- livsmiljötypernas utbredning (ytor, linje eller punkt) och tillstånd (gott eller inte gott) finns i NNK </a:t>
            </a:r>
          </a:p>
          <a:p>
            <a:r>
              <a:t>- åtgärdsområden finns i IT-stöd för skötsel </a:t>
            </a:r>
          </a:p>
          <a:p>
            <a:r>
              <a:t>Under 2028 räknar NV med att uppgifterna i NNK ligger till grund för och förs över till SDF, det vill säga vår rapportering till EU om livsmiljötyper i Natura 2000-områden.</a:t>
            </a:r>
          </a:p>
          <a:p>
            <a:endParaRPr/>
          </a:p>
          <a:p>
            <a:r>
              <a:t>Faktakoll: årtalen 2026/2027/2028 kunde inte kontrolleras mot uppdragstexten (regleringsbrev 2026) – jämför manuellt före presentation. Naturvårdsverket har i Handlingsplan för förvaltning av skyddad natur angett att nya SDF-uppgifter ska vara ifyllda senast 2027; om 2028 är NV:s aktuella besked, säg 'enligt Naturvårdsverket'.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 Hur vi jobbar</a:t>
            </a:r>
          </a:p>
          <a:p>
            <a:endParaRPr/>
          </a:p>
          <a:p>
            <a:r>
              <a:t>Vad sliden representerar</a:t>
            </a:r>
          </a:p>
          <a:p>
            <a:r>
              <a:t>Arbetssättet i praktiken. Först en skrivbordsgranskning av utbredning och gränser utifrån befintliga underlag. När de nya attributen för tillstånd finns i NNK registreras tillstånd där kunskap redan finns, och områdena gås igenom systematiskt. Resultatet sammanställs till ett kunskapsläge och en plan för det som är okänt.</a:t>
            </a:r>
          </a:p>
          <a:p>
            <a:endParaRPr/>
          </a:p>
          <a:p>
            <a:r>
              <a:t>Talarmanus</a:t>
            </a:r>
          </a:p>
          <a:p>
            <a:r>
              <a:t>Så här gör vi rent praktiskt. Vi börjar vid skrivbordet: vi går igenom befintliga underlag, alltså basinventering, uppföljningar, flygbilder och tidigare karteringar, och granskar om utbredningen och gränserna för livsmiljötyperna stämmer. Det är det GIS-tunga steget. Nästa steg är att NNK har fått nya attribut för tillstånd, så att vi kan registrera gott, inte gott eller okänt direkt på ytorna. Där vi redan har bra kunskap lägger vi in den med en gång, sedan går vi igenom område för område. Vi noterar hela tiden vad bedömningen bygger på och hur aktuell den är. Till sist sammanställer vi kunskapsläget: vad vet vi, vad vet vi inte, och hur ska vi ta reda på resten. Den sammanställningen blir planen för det okända.</a:t>
            </a:r>
          </a:p>
          <a:p>
            <a:endParaRPr/>
          </a:p>
          <a:p>
            <a:r>
              <a:t>Anpassning per målgrupp</a:t>
            </a:r>
          </a:p>
          <a:p>
            <a:r>
              <a:t>- Ledningsgrupp: Kort. Poängen är att det mesta görs vid skrivbordet med befintliga data, och att fältarbete bara behövs för det som förblir okänt.</a:t>
            </a:r>
          </a:p>
          <a:p>
            <a:r>
              <a:t>- Grannenhet: Beskriv vilka lager och register ni faktiskt använder, och hur ändringar i NNK påverkar deras arbete i systemet. [KOMPLETTERA: vilka underlag/lager som används i skrivbordsgranskningen och vem som har skrivrättigheter i NNK.]</a:t>
            </a:r>
          </a:p>
          <a:p>
            <a:r>
              <a:t>- Externa: Förklara NNK med ett ord: Naturvårdsverkets nationella kartdatabas för naturtyper. De behöver inte veta mer än att det är där uppgifterna hamnar.</a:t>
            </a:r>
          </a:p>
          <a:p>
            <a:endParaRPr/>
          </a:p>
          <a:p>
            <a:r>
              <a:t>---</a:t>
            </a:r>
          </a:p>
          <a:p>
            <a:endParaRPr/>
          </a:p>
          <a:p>
            <a:r>
              <a:t>----- Ursprunglig text / detaljer -----</a:t>
            </a:r>
          </a:p>
          <a:p>
            <a:r>
              <a:t>Arbetssättet i fyra steg: skrivbordsgranskning av utbredning och gränser → registrera tillstånd i NNK där kunskap redan finns → systematisk genomgång → sammanställning av kunskapsläge och plan för fortsatt arbete.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 Var är vi nu</a:t>
            </a:r>
          </a:p>
          <a:p>
            <a:endParaRPr/>
          </a:p>
          <a:p>
            <a:r>
              <a:t>Vad sliden representerar</a:t>
            </a:r>
          </a:p>
          <a:p>
            <a:r>
              <a:t>Lägesbild vid presentationstillfället. Skrivbordsgranskningen av utbredning och gränser är [KOMPLETTERA: påbörjad/klar], NNK-attributen för tillstånd är driftsatta och registreringen pågår. Nästa leverans är sammanställningen av kunskapsläget och planen för 2027, som också blir underlag till årsredovisningen.</a:t>
            </a:r>
          </a:p>
          <a:p>
            <a:endParaRPr/>
          </a:p>
          <a:p>
            <a:r>
              <a:t>Talarmanus</a:t>
            </a:r>
          </a:p>
          <a:p>
            <a:r>
              <a:t>Var står vi just nu? Skrivbordsgranskningen av utbredning och gränser är [KOMPLETTERA: klar / klar för X av Y områden]. De nya attributen i NNK är driftsatta, så vi har börjat registrera tillstånd där vi redan har bra kunskap, och går nu systematiskt igenom Natura 2000-områdena. Hittills har vi [KOMPLETTERA: andel av arealen/områdena som har bedömts, och ungefärlig fördelning gott / inte gott / okänt]. Det som ligger närmast framför oss är sammanställningen av kunskapsläget och planen för hur det okända ska bli känt under 2027. Den sammanställningen blir också underlag till årsredovisningen. Det största jobbet framöver är inte att registrera det vi vet, utan att ta reda på det vi inte vet.</a:t>
            </a:r>
          </a:p>
          <a:p>
            <a:endParaRPr/>
          </a:p>
          <a:p>
            <a:r>
              <a:t>Anpassning per målgrupp</a:t>
            </a:r>
          </a:p>
          <a:p>
            <a:r>
              <a:t>- Ledningsgrupp: Lägg till en statusrad i grönt/gult/rött mot årets leverans och nämn vad som är största osäkerheten. [KOMPLETTERA: risk och resursbehov, t.ex. behov av fältinventering 2027.]</a:t>
            </a:r>
          </a:p>
          <a:p>
            <a:r>
              <a:t>- Grannenhet: Nämn konkret vilka områden ni går igenom nu och där ni har frågor till dem.</a:t>
            </a:r>
          </a:p>
          <a:p>
            <a:r>
              <a:t>- Externa: Berätta om läget för just de områden de har koppling till, om det går.</a:t>
            </a:r>
          </a:p>
          <a:p>
            <a:endParaRPr/>
          </a:p>
          <a:p>
            <a:r>
              <a:t>---</a:t>
            </a:r>
          </a:p>
          <a:p>
            <a:endParaRPr/>
          </a:p>
          <a:p>
            <a:r>
              <a:t>----- Ursprunglig text / detaljer -----</a:t>
            </a:r>
          </a:p>
          <a:p>
            <a:r>
              <a:t>Ursprunglig text (utkastet):</a:t>
            </a:r>
          </a:p>
          <a:p>
            <a:r>
              <a:t>Skrivbordsgranskning av utbredning och gränser</a:t>
            </a:r>
          </a:p>
          <a:p>
            <a:r>
              <a:t>Nya NNK-attribut driftsatta → börja registrera tillstånd där kunskapen redan finns; systematisk genomgång</a:t>
            </a:r>
          </a:p>
          <a:p>
            <a:r>
              <a:t>Sammanställning av kunskapsläge + plan för 2027, underlag till årsredovisningen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VÄLJ EN AV SLIDE 9A/9B/9C/9D och ta bort de andra tre. (9D = landshövdingens enhetsbesök, max 10 minuter – se kort-guiden i denna slides anteckningar.)</a:t>
            </a:r>
          </a:p>
          <a:p>
            <a:endParaRPr/>
          </a:p>
          <a:p>
            <a:r>
              <a:t>Slide 9 – Vad innebär det för er / vad vi behöver från er</a:t>
            </a:r>
          </a:p>
          <a:p>
            <a:endParaRPr/>
          </a:p>
          <a:p>
            <a:r>
              <a:t>Vad sliden representerar</a:t>
            </a:r>
          </a:p>
          <a:p>
            <a:r>
              <a:t>Slidens innehåll byts beroende på publik. Gemensamt är att uppdraget påverkar andra än de som gör kartläggningen: ledningen behöver ta ställning till resurser och leveranser, grannenheten är både underlagsleverantör och användare, och externa aktörer har kunskap om områdena och får ett bättre underlag tillbaka.</a:t>
            </a:r>
          </a:p>
          <a:p>
            <a:endParaRPr/>
          </a:p>
          <a:p>
            <a:r>
              <a:t>TALARMANUS – Ledningsgruppen</a:t>
            </a:r>
          </a:p>
          <a:p>
            <a:endParaRPr/>
          </a:p>
          <a:p>
            <a:r>
              <a:t>Talarmanus</a:t>
            </a:r>
          </a:p>
          <a:p>
            <a:r>
              <a:t>Det jag behöver från er är tre saker. För det första tid: uppdraget har leveranser till regeringen 2026 och 2027 och det behöver prioriteras i förhållande till annat GIS- och naturvårdsarbete. Under 2026 handlar det om en heltid för mig och en halvtid för min kollega; för 2027 vet vi ännu inte. För det andra ett beslut om hur vi hanterar det okända. Skrivbordsarbetet tar oss en bit, men en del av arealen kommer att förbli okänd utan fältinventering, och det behöver in i planeringen och budgeten för 2027. [KOMPLETTERA: uppskattad andel okänd areal och kostnad för fältinsats.] För det tredje att ni vet att det här också är en fråga för förvaltningen av skyddade områden, inte bara för GIS. Den största risken jag ser är att vi levererar en fin karta 2026 med en stor andel okänt som vi sedan inte hinner reda ut till 2028.</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VÄLJ EN AV SLIDE 9A/9B/9C/9D och ta bort de andra tre. (9D = landshövdingens enhetsbesök, max 10 minuter – se kort-guiden i denna slides anteckningar.)</a:t>
            </a:r>
          </a:p>
          <a:p>
            <a:endParaRPr/>
          </a:p>
          <a:p>
            <a:r>
              <a:t>Slide 9 – Vad innebär det för er / vad vi behöver från er</a:t>
            </a:r>
          </a:p>
          <a:p>
            <a:endParaRPr/>
          </a:p>
          <a:p>
            <a:r>
              <a:t>Vad sliden representerar</a:t>
            </a:r>
          </a:p>
          <a:p>
            <a:r>
              <a:t>Slidens innehåll byts beroende på publik. Gemensamt är att uppdraget påverkar andra än de som gör kartläggningen: ledningen behöver ta ställning till resurser och leveranser, grannenheten är både underlagsleverantör och användare, och externa aktörer har kunskap om områdena och får ett bättre underlag tillbaka.</a:t>
            </a:r>
          </a:p>
          <a:p>
            <a:endParaRPr/>
          </a:p>
          <a:p>
            <a:r>
              <a:t>TALARMANUS – Grannenheten (förvaltning av skyddade områden / naturvård)</a:t>
            </a:r>
          </a:p>
          <a:p>
            <a:endParaRPr/>
          </a:p>
          <a:p>
            <a:r>
              <a:t>Talarmanus</a:t>
            </a:r>
          </a:p>
          <a:p>
            <a:r>
              <a:t>För er betyder det här två saker. Ni är vår viktigaste kunskapskälla: mycket av det vi behöver veta om tillståndet finns i era huvuden, i uppföljningar, i skötselplaner och i fältanteckningar. Vi kommer att komma till er med konkreta frågor per område, ungefär "stämmer det att den här ytan är hävdad, och när var någon där senast?". Det vi ber om är att ni tar er tid för det, gärna i korta pass område för område. Och ni får något tillbaka: när det är klart har ni en uppdaterad bild i NNK av naturtyper och tillstånd som kan användas direkt när skötselplaner och bevarandeplaner ska revideras. Praktiskt behöver vi också komma överens om vem som ändrar vad i NNK så att vi inte skriver över varandra. [KOMPLETTERA: föreslagen rutin och kontaktperson per enhet.]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VÄLJ EN AV SLIDE 9A/9B/9C/9D och ta bort de andra tre. (9D = landshövdingens enhetsbesök, max 10 minuter – se kort-guiden i denna slides anteckningar.)</a:t>
            </a:r>
          </a:p>
          <a:p>
            <a:endParaRPr/>
          </a:p>
          <a:p>
            <a:r>
              <a:t>Slide 9 – Vad innebär det för er / vad vi behöver från er</a:t>
            </a:r>
          </a:p>
          <a:p>
            <a:endParaRPr/>
          </a:p>
          <a:p>
            <a:r>
              <a:t>Vad sliden representerar</a:t>
            </a:r>
          </a:p>
          <a:p>
            <a:r>
              <a:t>Slidens innehåll byts beroende på publik. Gemensamt är att uppdraget påverkar andra än de som gör kartläggningen: ledningen behöver ta ställning till resurser och leveranser, grannenheten är både underlagsleverantör och användare, och externa aktörer har kunskap om områdena och får ett bättre underlag tillbaka.</a:t>
            </a:r>
          </a:p>
          <a:p>
            <a:endParaRPr/>
          </a:p>
          <a:p>
            <a:r>
              <a:t>TALARMANUS – Externa aktörer (kommuner, markägare, stiftelser)</a:t>
            </a:r>
          </a:p>
          <a:p>
            <a:endParaRPr/>
          </a:p>
          <a:p>
            <a:r>
              <a:t>Talarmanus</a:t>
            </a:r>
          </a:p>
          <a:p>
            <a:r>
              <a:t>Vad betyder det här för er som äger eller förvaltar mark i de här områdena? Först det viktigaste: kartläggningen ändrar inte reglerna för området. Skyddet är det som gäller sedan tidigare, och det här handlar om kunskap, inte om nya beslut. Det ni kan hjälpa till med är att ni ofta vet mer om ert område än vad vi ser i data: när det betades senast, om en våtmark har växt igen, om en åtgärd är gjord. Den kunskapen vill vi gärna ha, och vi hör av oss om vi har frågor om ett specifikt område. Det ni får tillbaka är en tydligare bild av vilka naturvärden som finns hos er och hur de mår, vilket ger ett bättre underlag när vi pratar skötsel, åtgärder eller stöd framöver. [KOMPLETTERA: hur och när externa kan få ta del av resultatet, t.ex. via kartverktyg eller möte.]</a:t>
            </a:r>
          </a:p>
          <a:p>
            <a:endParaRPr/>
          </a:p>
          <a:p>
            <a:r>
              <a: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 Tack / kontakt</a:t>
            </a:r>
          </a:p>
          <a:p>
            <a:endParaRPr/>
          </a:p>
          <a:p>
            <a:r>
              <a:t>Vad sliden representerar</a:t>
            </a:r>
          </a:p>
          <a:p>
            <a:r>
              <a:t>Avslutning med kontaktuppgifter till presentatören och en inbjudan att höra av sig med frågor eller kunskap om enskilda områden.</a:t>
            </a:r>
          </a:p>
          <a:p>
            <a:endParaRPr/>
          </a:p>
          <a:p>
            <a:r>
              <a:t>Talarmanus</a:t>
            </a:r>
          </a:p>
          <a:p>
            <a:r>
              <a:t>Det var allt jag hade. Sammanfattningsvis: vi kartlägger vilka naturtyper som finns i länets skyddade områden och hur de mår, vi gör det stegvis fram till 2028, och det vi inte vet ska vi ha en plan för att ta reda på. Om ni har kunskap om något område, eller frågor om hur uppgifterna kommer att användas, hör av er. [KOMPLETTERA: namn, e-post, telefon.] Tack för att ni lyssnade.</a:t>
            </a:r>
          </a:p>
          <a:p>
            <a:endParaRPr/>
          </a:p>
          <a:p>
            <a:r>
              <a:t>Anpassning per målgrupp</a:t>
            </a:r>
          </a:p>
          <a:p>
            <a:r>
              <a:t>- Ledningsgrupp: Avsluta med vad ni vill ha beslut om och när.</a:t>
            </a:r>
          </a:p>
          <a:p>
            <a:r>
              <a:t>- Externa: Avsluta med hur de enklast når er och att ni gärna kommer ut och tittar på området tillsammans om det behövs.</a:t>
            </a:r>
          </a:p>
          <a:p>
            <a:endParaRPr/>
          </a:p>
          <a:p>
            <a:r>
              <a: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VÄLJ EN AV SLIDE 9A/9B/9C/9D och ta bort de andra tre. (9D = landshövdingens enhetsbesök, max 10 minuter – se kort-guiden i denna slides anteckningar.)</a:t>
            </a:r>
          </a:p>
          <a:p>
            <a:endParaRPr/>
          </a:p>
          <a:p>
            <a:r>
              <a:t>Slide 9 – Vad innebär det för er / vad vi behöver från er</a:t>
            </a:r>
          </a:p>
          <a:p>
            <a:endParaRPr/>
          </a:p>
          <a:p>
            <a:r>
              <a:t>Vad sliden representerar</a:t>
            </a:r>
          </a:p>
          <a:p>
            <a:r>
              <a:t>Slidens innehåll byts beroende på publik. Gemensamt är att uppdraget påverkar andra än de som gör kartläggningen: ledningen behöver ta ställning till resurser och leveranser, grannenheten är både underlagsleverantör och användare, och externa aktörer har kunskap om områdena och får ett bättre underlag tillbaka.</a:t>
            </a:r>
          </a:p>
          <a:p>
            <a:endParaRPr/>
          </a:p>
          <a:p>
            <a:r>
              <a:t>TALARMANUS – Landshövdingen (Alternativ D, max 10 minuter, väldigt övergripande)</a:t>
            </a:r>
          </a:p>
          <a:p>
            <a:endParaRPr/>
          </a:p>
          <a:p>
            <a:r>
              <a:t>Talarmanus</a:t>
            </a:r>
          </a:p>
          <a:p>
            <a:r>
              <a:t>Det här är en kort orientering, avbryt gärna med frågor. Vi håller på med ett regeringsuppdrag som kallas NRF, naturrestaureringsförordningen: vi kartlägger vilka naturtyper som finns i länets skyddade områden och hur de mår, med leverans till regeringen 2026 för Natura 2000-områdena och 2027 även för naturreservaten. Det mesta löser vi vid skrivbordet med befintliga underlag, men en del kommer att förbli okänt tillstånd om vi inte kan göra fältinventering, och det är den största osäkerheten framåt. Det jag gärna vill att du tar med dig: uppdraget ligger i tidsplan för i år, och om ni ser att det behöver prioriteras högre mot annat naturvårdsarbete inför 2027 hör vi gärna det. Annars: fråga gärna om ett specifikt område om du vill veta mer.</a:t>
            </a:r>
          </a:p>
          <a:p>
            <a:endParaRPr/>
          </a:p>
          <a:p>
            <a:r>
              <a:t>KORT-GUIDE – landshövdingens enhetsbesök (max 10 minuter, väldigt övergripande)</a:t>
            </a:r>
          </a:p>
          <a:p>
            <a:endParaRPr/>
          </a:p>
          <a:p>
            <a:r>
              <a:t>Använd bara ett fåtal slides, ca 1 minut per slide:</a:t>
            </a:r>
          </a:p>
          <a:p>
            <a:r>
              <a:t>1. Slide 1 – Titel (kort hälsning)</a:t>
            </a:r>
          </a:p>
          <a:p>
            <a:r>
              <a:t>2. Slide 2 ELLER 3 – välj bara en (bakgrund ELLER uppdraget – räcker på den här nivån)</a:t>
            </a:r>
          </a:p>
          <a:p>
            <a:r>
              <a:t>3. Slide 5 – Varför det är viktigt (kort)</a:t>
            </a:r>
          </a:p>
          <a:p>
            <a:r>
              <a:t>4. Slide 6 – Tidsplan 2026/2027/2028 (den viktigaste sliden – visa den)</a:t>
            </a:r>
          </a:p>
          <a:p>
            <a:r>
              <a:t>5. Slide 8 – Var vi är nu (en mening)</a:t>
            </a:r>
          </a:p>
          <a:p>
            <a:r>
              <a:t>6. Slide 9D (denna slide) – det vi vill att hen tar med sig</a:t>
            </a:r>
          </a:p>
          <a:p>
            <a:r>
              <a:t>7. Slide 12 – Tack</a:t>
            </a:r>
          </a:p>
          <a:p>
            <a:endParaRPr/>
          </a:p>
          <a:p>
            <a:r>
              <a:t>Hoppa över: slide 4 (vilka områden ingår) och slide 7 (hur vi jobbar) – för detaljerade för den här nivån, nämn dem bara om frågan kommer.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A) Förstasida med bild">
    <p:spTree>
      <p:nvGrpSpPr>
        <p:cNvPr id="1" name=""/>
        <p:cNvGrpSpPr/>
        <p:nvPr/>
      </p:nvGrpSpPr>
      <p:grpSpPr>
        <a:xfrm>
          <a:off x="0" y="0"/>
          <a:ext cx="0" cy="0"/>
          <a:chOff x="0" y="0"/>
          <a:chExt cx="0" cy="0"/>
        </a:xfrm>
      </p:grpSpPr>
      <p:sp>
        <p:nvSpPr>
          <p:cNvPr id="5" name="Platshållare för bild 4">
            <a:extLst>
              <a:ext uri="{FF2B5EF4-FFF2-40B4-BE49-F238E27FC236}">
                <a16:creationId xmlns:a16="http://schemas.microsoft.com/office/drawing/2014/main" id="{895A6188-2FA2-4639-7232-C301DBE2ED94}"/>
              </a:ext>
            </a:extLst>
          </p:cNvPr>
          <p:cNvSpPr>
            <a:spLocks noGrp="1"/>
          </p:cNvSpPr>
          <p:nvPr>
            <p:ph type="pic" sz="quarter" idx="12"/>
          </p:nvPr>
        </p:nvSpPr>
        <p:spPr>
          <a:xfrm>
            <a:off x="0" y="0"/>
            <a:ext cx="12192000" cy="6858000"/>
          </a:xfrm>
          <a:solidFill>
            <a:schemeClr val="bg1">
              <a:lumMod val="85000"/>
            </a:schemeClr>
          </a:solidFill>
        </p:spPr>
        <p:txBody>
          <a:bodyPr lIns="180000" tIns="180000">
            <a:noAutofit/>
          </a:bodyPr>
          <a:lstStyle>
            <a:lvl1pPr marL="0" indent="0">
              <a:buNone/>
              <a:defRPr sz="1400"/>
            </a:lvl1pPr>
          </a:lstStyle>
          <a:p>
            <a:r>
              <a:rPr lang="sv-SE"/>
              <a:t>Klicka på ikonen för att lägga till en bild</a:t>
            </a:r>
            <a:endParaRPr lang="sv-SE" dirty="0"/>
          </a:p>
        </p:txBody>
      </p:sp>
      <p:sp>
        <p:nvSpPr>
          <p:cNvPr id="3" name="Platshållare för bildnummer 2">
            <a:extLst>
              <a:ext uri="{FF2B5EF4-FFF2-40B4-BE49-F238E27FC236}">
                <a16:creationId xmlns:a16="http://schemas.microsoft.com/office/drawing/2014/main" id="{7801EB36-8C60-6DBE-30BC-7FE80714AEB0}"/>
              </a:ext>
            </a:extLst>
          </p:cNvPr>
          <p:cNvSpPr>
            <a:spLocks noGrp="1"/>
          </p:cNvSpPr>
          <p:nvPr>
            <p:ph type="sldNum" sz="quarter" idx="10"/>
          </p:nvPr>
        </p:nvSpPr>
        <p:spPr/>
        <p:txBody>
          <a:bodyPr/>
          <a:lstStyle/>
          <a:p>
            <a:fld id="{1998DE93-7944-4E79-AD72-DA1F1D1A6E79}" type="slidenum">
              <a:rPr lang="sv-SE" smtClean="0"/>
              <a:pPr/>
              <a:t>‹#›</a:t>
            </a:fld>
            <a:endParaRPr lang="sv-SE"/>
          </a:p>
        </p:txBody>
      </p:sp>
      <p:sp>
        <p:nvSpPr>
          <p:cNvPr id="4" name="Platshållare för sidfot 3">
            <a:extLst>
              <a:ext uri="{FF2B5EF4-FFF2-40B4-BE49-F238E27FC236}">
                <a16:creationId xmlns:a16="http://schemas.microsoft.com/office/drawing/2014/main" id="{CE21870E-024B-ABD1-B076-BA280CE901D9}"/>
              </a:ext>
            </a:extLst>
          </p:cNvPr>
          <p:cNvSpPr>
            <a:spLocks noGrp="1"/>
          </p:cNvSpPr>
          <p:nvPr>
            <p:ph type="ftr" sz="quarter" idx="11"/>
          </p:nvPr>
        </p:nvSpPr>
        <p:spPr>
          <a:xfrm>
            <a:off x="823118" y="257175"/>
            <a:ext cx="5328445" cy="365125"/>
          </a:xfrm>
          <a:prstGeom prst="rect">
            <a:avLst/>
          </a:prstGeom>
        </p:spPr>
        <p:txBody>
          <a:bodyPr/>
          <a:lstStyle/>
          <a:p>
            <a:r>
              <a:rPr lang="sv-SE"/>
              <a:t>Förnamn Efternamn / DATUM 20ÅR</a:t>
            </a:r>
            <a:endParaRPr lang="sv-SE" dirty="0"/>
          </a:p>
        </p:txBody>
      </p:sp>
      <p:sp>
        <p:nvSpPr>
          <p:cNvPr id="6" name="Rubrik 1">
            <a:extLst>
              <a:ext uri="{FF2B5EF4-FFF2-40B4-BE49-F238E27FC236}">
                <a16:creationId xmlns:a16="http://schemas.microsoft.com/office/drawing/2014/main" id="{DD1006DF-AD9A-D2DD-62A5-7F84ABF24AD2}"/>
              </a:ext>
              <a:ext uri="{C183D7F6-B498-43B3-948B-1728B52AA6E4}">
                <adec:decorative xmlns:adec="http://schemas.microsoft.com/office/drawing/2017/decorative" val="0"/>
              </a:ext>
            </a:extLst>
          </p:cNvPr>
          <p:cNvSpPr>
            <a:spLocks noGrp="1"/>
          </p:cNvSpPr>
          <p:nvPr>
            <p:ph type="ctrTitle" hasCustomPrompt="1"/>
          </p:nvPr>
        </p:nvSpPr>
        <p:spPr>
          <a:xfrm>
            <a:off x="925511" y="4356100"/>
            <a:ext cx="5111751" cy="1638301"/>
          </a:xfrm>
          <a:prstGeom prst="rect">
            <a:avLst/>
          </a:prstGeom>
          <a:solidFill>
            <a:schemeClr val="accent2"/>
          </a:solidFill>
        </p:spPr>
        <p:txBody>
          <a:bodyPr lIns="342000" bIns="720000" anchor="b"/>
          <a:lstStyle>
            <a:lvl1pPr algn="l">
              <a:defRPr sz="4800">
                <a:solidFill>
                  <a:schemeClr val="tx1"/>
                </a:solidFill>
              </a:defRPr>
            </a:lvl1pPr>
          </a:lstStyle>
          <a:p>
            <a:r>
              <a:rPr lang="sv-SE" dirty="0"/>
              <a:t>Titelrubrik</a:t>
            </a:r>
          </a:p>
        </p:txBody>
      </p:sp>
      <p:sp>
        <p:nvSpPr>
          <p:cNvPr id="7" name="Underrubrik 2">
            <a:extLst>
              <a:ext uri="{FF2B5EF4-FFF2-40B4-BE49-F238E27FC236}">
                <a16:creationId xmlns:a16="http://schemas.microsoft.com/office/drawing/2014/main" id="{37C1889E-41ED-85F9-5E3A-B63F8045DA48}"/>
              </a:ext>
            </a:extLst>
          </p:cNvPr>
          <p:cNvSpPr>
            <a:spLocks noGrp="1"/>
          </p:cNvSpPr>
          <p:nvPr>
            <p:ph type="subTitle" idx="1" hasCustomPrompt="1"/>
          </p:nvPr>
        </p:nvSpPr>
        <p:spPr>
          <a:xfrm>
            <a:off x="1176338" y="5327650"/>
            <a:ext cx="4572000" cy="488950"/>
          </a:xfrm>
        </p:spPr>
        <p:txBody>
          <a:bodyPr>
            <a:noAutofit/>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a:t>Underrubrik eller ingress</a:t>
            </a:r>
          </a:p>
        </p:txBody>
      </p:sp>
      <p:sp>
        <p:nvSpPr>
          <p:cNvPr id="8" name="Platshållare för bild 7">
            <a:extLst>
              <a:ext uri="{FF2B5EF4-FFF2-40B4-BE49-F238E27FC236}">
                <a16:creationId xmlns:a16="http://schemas.microsoft.com/office/drawing/2014/main" id="{64B850AC-D8A7-BFD2-1345-D6C62F8FA7FC}"/>
              </a:ext>
            </a:extLst>
          </p:cNvPr>
          <p:cNvSpPr>
            <a:spLocks noGrp="1"/>
          </p:cNvSpPr>
          <p:nvPr>
            <p:ph type="pic" sz="quarter" idx="13"/>
          </p:nvPr>
        </p:nvSpPr>
        <p:spPr>
          <a:xfrm>
            <a:off x="9618663" y="4356100"/>
            <a:ext cx="1638300" cy="1638300"/>
          </a:xfrm>
          <a:blipFill>
            <a:blip r:embed="rId2"/>
            <a:stretch>
              <a:fillRect/>
            </a:stretch>
          </a:blipFill>
        </p:spPr>
        <p:txBody>
          <a:bodyPr/>
          <a:lstStyle>
            <a:lvl1pPr marL="0" indent="0">
              <a:buNone/>
              <a:defRPr sz="100"/>
            </a:lvl1pPr>
          </a:lstStyle>
          <a:p>
            <a:r>
              <a:rPr lang="sv-SE"/>
              <a:t>Klicka på ikonen för att lägga till en bild</a:t>
            </a:r>
            <a:endParaRPr lang="sv-SE" dirty="0"/>
          </a:p>
        </p:txBody>
      </p:sp>
    </p:spTree>
    <p:extLst>
      <p:ext uri="{BB962C8B-B14F-4D97-AF65-F5344CB8AC3E}">
        <p14:creationId xmlns:p14="http://schemas.microsoft.com/office/powerpoint/2010/main" val="3223345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 B) Förstasida/avsnittssida/kapitelsida">
    <p:spTree>
      <p:nvGrpSpPr>
        <p:cNvPr id="1" name=""/>
        <p:cNvGrpSpPr/>
        <p:nvPr/>
      </p:nvGrpSpPr>
      <p:grpSpPr>
        <a:xfrm>
          <a:off x="0" y="0"/>
          <a:ext cx="0" cy="0"/>
          <a:chOff x="0" y="0"/>
          <a:chExt cx="0" cy="0"/>
        </a:xfrm>
      </p:grpSpPr>
      <p:sp>
        <p:nvSpPr>
          <p:cNvPr id="3" name="Platshållare för bildnummer 2">
            <a:extLst>
              <a:ext uri="{FF2B5EF4-FFF2-40B4-BE49-F238E27FC236}">
                <a16:creationId xmlns:a16="http://schemas.microsoft.com/office/drawing/2014/main" id="{3B7B3035-5EFB-79DA-DDF0-768D2175D0DF}"/>
              </a:ext>
            </a:extLst>
          </p:cNvPr>
          <p:cNvSpPr>
            <a:spLocks noGrp="1"/>
          </p:cNvSpPr>
          <p:nvPr>
            <p:ph type="sldNum" sz="quarter" idx="10"/>
          </p:nvPr>
        </p:nvSpPr>
        <p:spPr/>
        <p:txBody>
          <a:bodyPr/>
          <a:lstStyle/>
          <a:p>
            <a:fld id="{1998DE93-7944-4E79-AD72-DA1F1D1A6E79}" type="slidenum">
              <a:rPr lang="sv-SE" smtClean="0"/>
              <a:pPr/>
              <a:t>‹#›</a:t>
            </a:fld>
            <a:endParaRPr lang="sv-SE"/>
          </a:p>
        </p:txBody>
      </p:sp>
      <p:sp>
        <p:nvSpPr>
          <p:cNvPr id="4" name="Platshållare för sidfot 3">
            <a:extLst>
              <a:ext uri="{FF2B5EF4-FFF2-40B4-BE49-F238E27FC236}">
                <a16:creationId xmlns:a16="http://schemas.microsoft.com/office/drawing/2014/main" id="{2FD95D54-15F6-5164-DFF1-D6CBC42D8F06}"/>
              </a:ext>
            </a:extLst>
          </p:cNvPr>
          <p:cNvSpPr>
            <a:spLocks noGrp="1"/>
          </p:cNvSpPr>
          <p:nvPr>
            <p:ph type="ftr" sz="quarter" idx="11"/>
          </p:nvPr>
        </p:nvSpPr>
        <p:spPr>
          <a:xfrm>
            <a:off x="823118" y="257175"/>
            <a:ext cx="5328445" cy="365125"/>
          </a:xfrm>
          <a:prstGeom prst="rect">
            <a:avLst/>
          </a:prstGeom>
        </p:spPr>
        <p:txBody>
          <a:bodyPr/>
          <a:lstStyle/>
          <a:p>
            <a:r>
              <a:rPr lang="sv-SE"/>
              <a:t>Förnamn Efternamn / DATUM 20ÅR</a:t>
            </a:r>
            <a:endParaRPr lang="sv-SE" dirty="0"/>
          </a:p>
        </p:txBody>
      </p:sp>
      <p:sp>
        <p:nvSpPr>
          <p:cNvPr id="5" name="Platshållare för bild 4">
            <a:extLst>
              <a:ext uri="{FF2B5EF4-FFF2-40B4-BE49-F238E27FC236}">
                <a16:creationId xmlns:a16="http://schemas.microsoft.com/office/drawing/2014/main" id="{788D69E6-E438-139B-02FC-366FB765FD3E}"/>
              </a:ext>
            </a:extLst>
          </p:cNvPr>
          <p:cNvSpPr>
            <a:spLocks noGrp="1"/>
          </p:cNvSpPr>
          <p:nvPr>
            <p:ph type="pic" sz="quarter" idx="12"/>
          </p:nvPr>
        </p:nvSpPr>
        <p:spPr>
          <a:xfrm>
            <a:off x="6138863" y="876301"/>
            <a:ext cx="5127137" cy="5116237"/>
          </a:xfrm>
          <a:solidFill>
            <a:schemeClr val="bg1">
              <a:lumMod val="85000"/>
            </a:schemeClr>
          </a:solidFill>
        </p:spPr>
        <p:txBody>
          <a:bodyPr lIns="180000" tIns="180000">
            <a:noAutofit/>
          </a:bodyPr>
          <a:lstStyle>
            <a:lvl1pPr marL="0" indent="0">
              <a:buNone/>
              <a:defRPr sz="1400"/>
            </a:lvl1pPr>
          </a:lstStyle>
          <a:p>
            <a:r>
              <a:rPr lang="sv-SE"/>
              <a:t>Klicka på ikonen för att lägga till en bild</a:t>
            </a:r>
          </a:p>
        </p:txBody>
      </p:sp>
      <p:sp>
        <p:nvSpPr>
          <p:cNvPr id="6" name="Rubrik 1">
            <a:extLst>
              <a:ext uri="{FF2B5EF4-FFF2-40B4-BE49-F238E27FC236}">
                <a16:creationId xmlns:a16="http://schemas.microsoft.com/office/drawing/2014/main" id="{0E4FF108-949D-C5F7-CEE0-EFA2FA766D9A}"/>
              </a:ext>
              <a:ext uri="{C183D7F6-B498-43B3-948B-1728B52AA6E4}">
                <adec:decorative xmlns:adec="http://schemas.microsoft.com/office/drawing/2017/decorative" val="0"/>
              </a:ext>
            </a:extLst>
          </p:cNvPr>
          <p:cNvSpPr>
            <a:spLocks noGrp="1"/>
          </p:cNvSpPr>
          <p:nvPr>
            <p:ph type="ctrTitle" hasCustomPrompt="1"/>
          </p:nvPr>
        </p:nvSpPr>
        <p:spPr>
          <a:xfrm>
            <a:off x="921695" y="876301"/>
            <a:ext cx="5115568" cy="3379787"/>
          </a:xfrm>
          <a:prstGeom prst="rect">
            <a:avLst/>
          </a:prstGeom>
          <a:solidFill>
            <a:schemeClr val="accent3"/>
          </a:solidFill>
          <a:ln>
            <a:noFill/>
          </a:ln>
        </p:spPr>
        <p:txBody>
          <a:bodyPr wrap="square" lIns="342000" tIns="234000" bIns="1440000" anchor="t" anchorCtr="0">
            <a:noAutofit/>
          </a:bodyPr>
          <a:lstStyle>
            <a:lvl1pPr algn="l">
              <a:defRPr sz="6000">
                <a:solidFill>
                  <a:schemeClr val="tx1"/>
                </a:solidFill>
              </a:defRPr>
            </a:lvl1pPr>
          </a:lstStyle>
          <a:p>
            <a:r>
              <a:rPr lang="sv-SE" dirty="0"/>
              <a:t>Titelrubrik i två rader</a:t>
            </a:r>
          </a:p>
        </p:txBody>
      </p:sp>
      <p:sp>
        <p:nvSpPr>
          <p:cNvPr id="7" name="Platshållare för text 3">
            <a:extLst>
              <a:ext uri="{FF2B5EF4-FFF2-40B4-BE49-F238E27FC236}">
                <a16:creationId xmlns:a16="http://schemas.microsoft.com/office/drawing/2014/main" id="{4F9ECDAD-C1E0-4A63-C6E3-08D85A163885}"/>
              </a:ext>
            </a:extLst>
          </p:cNvPr>
          <p:cNvSpPr>
            <a:spLocks noGrp="1"/>
          </p:cNvSpPr>
          <p:nvPr>
            <p:ph type="body" sz="quarter" idx="14" hasCustomPrompt="1"/>
          </p:nvPr>
        </p:nvSpPr>
        <p:spPr>
          <a:xfrm>
            <a:off x="1295400" y="2843213"/>
            <a:ext cx="4471988" cy="1077912"/>
          </a:xfrm>
        </p:spPr>
        <p:txBody>
          <a:bodyPr/>
          <a:lstStyle>
            <a:lvl1pPr marL="0" indent="0">
              <a:buNone/>
              <a:defRPr sz="2400">
                <a:solidFill>
                  <a:schemeClr val="tx1"/>
                </a:solidFill>
              </a:defRPr>
            </a:lvl1pPr>
            <a:lvl2pPr marL="257175" indent="0">
              <a:buNone/>
              <a:defRPr/>
            </a:lvl2pPr>
            <a:lvl3pPr marL="490538" indent="0">
              <a:buNone/>
              <a:defRPr/>
            </a:lvl3pPr>
            <a:lvl4pPr marL="695325" indent="0">
              <a:buNone/>
              <a:defRPr/>
            </a:lvl4pPr>
            <a:lvl5pPr marL="893763" indent="0">
              <a:buNone/>
              <a:defRPr/>
            </a:lvl5pPr>
          </a:lstStyle>
          <a:p>
            <a:r>
              <a:rPr lang="sv-SE" dirty="0"/>
              <a:t>Underrubrik eller ingress som är lite längre än enkelrad</a:t>
            </a:r>
          </a:p>
        </p:txBody>
      </p:sp>
      <p:sp>
        <p:nvSpPr>
          <p:cNvPr id="8" name="Rektangel 7">
            <a:extLst>
              <a:ext uri="{FF2B5EF4-FFF2-40B4-BE49-F238E27FC236}">
                <a16:creationId xmlns:a16="http://schemas.microsoft.com/office/drawing/2014/main" id="{53D56087-EAB4-278E-1187-2BA3A293E967}"/>
              </a:ext>
              <a:ext uri="{C183D7F6-B498-43B3-948B-1728B52AA6E4}">
                <adec:decorative xmlns:adec="http://schemas.microsoft.com/office/drawing/2017/decorative" val="1"/>
              </a:ext>
            </a:extLst>
          </p:cNvPr>
          <p:cNvSpPr/>
          <p:nvPr userDrawn="1"/>
        </p:nvSpPr>
        <p:spPr>
          <a:xfrm>
            <a:off x="922638" y="4354538"/>
            <a:ext cx="1638000"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Rektangel 9">
            <a:extLst>
              <a:ext uri="{FF2B5EF4-FFF2-40B4-BE49-F238E27FC236}">
                <a16:creationId xmlns:a16="http://schemas.microsoft.com/office/drawing/2014/main" id="{0EF72D08-15B6-ED09-66BA-4E7BC6AECDF7}"/>
              </a:ext>
              <a:ext uri="{C183D7F6-B498-43B3-948B-1728B52AA6E4}">
                <adec:decorative xmlns:adec="http://schemas.microsoft.com/office/drawing/2017/decorative" val="1"/>
              </a:ext>
            </a:extLst>
          </p:cNvPr>
          <p:cNvSpPr/>
          <p:nvPr userDrawn="1"/>
        </p:nvSpPr>
        <p:spPr>
          <a:xfrm>
            <a:off x="2660650" y="4354538"/>
            <a:ext cx="1638000" cy="163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ktangel 10">
            <a:extLst>
              <a:ext uri="{FF2B5EF4-FFF2-40B4-BE49-F238E27FC236}">
                <a16:creationId xmlns:a16="http://schemas.microsoft.com/office/drawing/2014/main" id="{FAA1A840-97A6-D285-0CBA-A07D9F66E3F5}"/>
              </a:ext>
              <a:ext uri="{C183D7F6-B498-43B3-948B-1728B52AA6E4}">
                <adec:decorative xmlns:adec="http://schemas.microsoft.com/office/drawing/2017/decorative" val="1"/>
              </a:ext>
            </a:extLst>
          </p:cNvPr>
          <p:cNvSpPr/>
          <p:nvPr userDrawn="1"/>
        </p:nvSpPr>
        <p:spPr>
          <a:xfrm>
            <a:off x="4400550" y="4354538"/>
            <a:ext cx="1638000" cy="163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 name="Platshållare för bild 7">
            <a:extLst>
              <a:ext uri="{FF2B5EF4-FFF2-40B4-BE49-F238E27FC236}">
                <a16:creationId xmlns:a16="http://schemas.microsoft.com/office/drawing/2014/main" id="{87CB467A-706A-8DDA-974B-118387972153}"/>
              </a:ext>
            </a:extLst>
          </p:cNvPr>
          <p:cNvSpPr>
            <a:spLocks noGrp="1"/>
          </p:cNvSpPr>
          <p:nvPr>
            <p:ph type="pic" sz="quarter" idx="13"/>
          </p:nvPr>
        </p:nvSpPr>
        <p:spPr>
          <a:xfrm>
            <a:off x="9618663" y="4356100"/>
            <a:ext cx="1638300" cy="1638300"/>
          </a:xfrm>
          <a:blipFill>
            <a:blip r:embed="rId2"/>
            <a:stretch>
              <a:fillRect/>
            </a:stretch>
          </a:blipFill>
        </p:spPr>
        <p:txBody>
          <a:bodyPr/>
          <a:lstStyle>
            <a:lvl1pPr marL="0" indent="0">
              <a:buNone/>
              <a:defRPr sz="100"/>
            </a:lvl1pPr>
          </a:lstStyle>
          <a:p>
            <a:r>
              <a:rPr lang="sv-SE"/>
              <a:t>Klicka på ikonen för att lägga till en bild</a:t>
            </a:r>
            <a:endParaRPr lang="sv-SE" dirty="0"/>
          </a:p>
        </p:txBody>
      </p:sp>
    </p:spTree>
    <p:extLst>
      <p:ext uri="{BB962C8B-B14F-4D97-AF65-F5344CB8AC3E}">
        <p14:creationId xmlns:p14="http://schemas.microsoft.com/office/powerpoint/2010/main" val="3755470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 C) Förstasida utan bild">
    <p:spTree>
      <p:nvGrpSpPr>
        <p:cNvPr id="1" name=""/>
        <p:cNvGrpSpPr/>
        <p:nvPr/>
      </p:nvGrpSpPr>
      <p:grpSpPr>
        <a:xfrm>
          <a:off x="0" y="0"/>
          <a:ext cx="0" cy="0"/>
          <a:chOff x="0" y="0"/>
          <a:chExt cx="0" cy="0"/>
        </a:xfrm>
      </p:grpSpPr>
      <p:sp>
        <p:nvSpPr>
          <p:cNvPr id="3" name="Platshållare för bildnummer 2">
            <a:extLst>
              <a:ext uri="{FF2B5EF4-FFF2-40B4-BE49-F238E27FC236}">
                <a16:creationId xmlns:a16="http://schemas.microsoft.com/office/drawing/2014/main" id="{F85B322A-01E2-AA3E-F105-B3F95AB938EC}"/>
              </a:ext>
            </a:extLst>
          </p:cNvPr>
          <p:cNvSpPr>
            <a:spLocks noGrp="1"/>
          </p:cNvSpPr>
          <p:nvPr>
            <p:ph type="sldNum" sz="quarter" idx="10"/>
          </p:nvPr>
        </p:nvSpPr>
        <p:spPr/>
        <p:txBody>
          <a:bodyPr/>
          <a:lstStyle/>
          <a:p>
            <a:fld id="{1998DE93-7944-4E79-AD72-DA1F1D1A6E79}" type="slidenum">
              <a:rPr lang="sv-SE" smtClean="0"/>
              <a:pPr/>
              <a:t>‹#›</a:t>
            </a:fld>
            <a:endParaRPr lang="sv-SE"/>
          </a:p>
        </p:txBody>
      </p:sp>
      <p:sp>
        <p:nvSpPr>
          <p:cNvPr id="4" name="Platshållare för sidfot 3">
            <a:extLst>
              <a:ext uri="{FF2B5EF4-FFF2-40B4-BE49-F238E27FC236}">
                <a16:creationId xmlns:a16="http://schemas.microsoft.com/office/drawing/2014/main" id="{C09F3841-5387-5F47-D421-2A0D918056C2}"/>
              </a:ext>
            </a:extLst>
          </p:cNvPr>
          <p:cNvSpPr>
            <a:spLocks noGrp="1"/>
          </p:cNvSpPr>
          <p:nvPr>
            <p:ph type="ftr" sz="quarter" idx="11"/>
          </p:nvPr>
        </p:nvSpPr>
        <p:spPr>
          <a:xfrm>
            <a:off x="823118" y="257175"/>
            <a:ext cx="5328445" cy="365125"/>
          </a:xfrm>
          <a:prstGeom prst="rect">
            <a:avLst/>
          </a:prstGeom>
        </p:spPr>
        <p:txBody>
          <a:bodyPr/>
          <a:lstStyle/>
          <a:p>
            <a:r>
              <a:rPr lang="sv-SE"/>
              <a:t>Förnamn Efternamn / DATUM 20ÅR</a:t>
            </a:r>
            <a:endParaRPr lang="sv-SE" dirty="0"/>
          </a:p>
        </p:txBody>
      </p:sp>
      <p:sp>
        <p:nvSpPr>
          <p:cNvPr id="5" name="Rubrik 1">
            <a:extLst>
              <a:ext uri="{FF2B5EF4-FFF2-40B4-BE49-F238E27FC236}">
                <a16:creationId xmlns:a16="http://schemas.microsoft.com/office/drawing/2014/main" id="{414102E3-9EDF-94E0-CA82-7DAE4536BEE2}"/>
              </a:ext>
              <a:ext uri="{C183D7F6-B498-43B3-948B-1728B52AA6E4}">
                <adec:decorative xmlns:adec="http://schemas.microsoft.com/office/drawing/2017/decorative" val="0"/>
              </a:ext>
            </a:extLst>
          </p:cNvPr>
          <p:cNvSpPr>
            <a:spLocks noGrp="1"/>
          </p:cNvSpPr>
          <p:nvPr>
            <p:ph type="ctrTitle" hasCustomPrompt="1"/>
          </p:nvPr>
        </p:nvSpPr>
        <p:spPr>
          <a:xfrm>
            <a:off x="923925" y="879475"/>
            <a:ext cx="5113338" cy="3374752"/>
          </a:xfrm>
          <a:prstGeom prst="rect">
            <a:avLst/>
          </a:prstGeom>
          <a:solidFill>
            <a:schemeClr val="bg1">
              <a:lumMod val="95000"/>
            </a:schemeClr>
          </a:solidFill>
        </p:spPr>
        <p:txBody>
          <a:bodyPr lIns="288000" tIns="144000" rIns="108000" bIns="0" anchor="t" anchorCtr="0">
            <a:noAutofit/>
          </a:bodyPr>
          <a:lstStyle>
            <a:lvl1pPr algn="l">
              <a:defRPr sz="6000">
                <a:solidFill>
                  <a:schemeClr val="accent5">
                    <a:lumMod val="10000"/>
                  </a:schemeClr>
                </a:solidFill>
              </a:defRPr>
            </a:lvl1pPr>
          </a:lstStyle>
          <a:p>
            <a:r>
              <a:rPr lang="sv-SE" dirty="0"/>
              <a:t>Titelrubrik</a:t>
            </a:r>
            <a:br>
              <a:rPr lang="sv-SE" dirty="0"/>
            </a:br>
            <a:r>
              <a:rPr lang="sv-SE" dirty="0"/>
              <a:t>i två rader</a:t>
            </a:r>
          </a:p>
        </p:txBody>
      </p:sp>
      <p:sp>
        <p:nvSpPr>
          <p:cNvPr id="6" name="Underrubrik 2">
            <a:extLst>
              <a:ext uri="{FF2B5EF4-FFF2-40B4-BE49-F238E27FC236}">
                <a16:creationId xmlns:a16="http://schemas.microsoft.com/office/drawing/2014/main" id="{6CC00185-21DD-7747-4EC9-57045812F2E3}"/>
              </a:ext>
            </a:extLst>
          </p:cNvPr>
          <p:cNvSpPr>
            <a:spLocks noGrp="1"/>
          </p:cNvSpPr>
          <p:nvPr>
            <p:ph type="subTitle" idx="1" hasCustomPrompt="1"/>
          </p:nvPr>
        </p:nvSpPr>
        <p:spPr>
          <a:xfrm>
            <a:off x="1176338" y="2951545"/>
            <a:ext cx="4572000" cy="1122744"/>
          </a:xfrm>
        </p:spPr>
        <p:txBody>
          <a:bodyPr>
            <a:noAutofit/>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a:t>Underrubrik eller ingress som är lite längre än enkelrad</a:t>
            </a:r>
          </a:p>
        </p:txBody>
      </p:sp>
      <p:sp>
        <p:nvSpPr>
          <p:cNvPr id="7" name="Rektangel 6">
            <a:extLst>
              <a:ext uri="{FF2B5EF4-FFF2-40B4-BE49-F238E27FC236}">
                <a16:creationId xmlns:a16="http://schemas.microsoft.com/office/drawing/2014/main" id="{292CBD9A-D843-3AA8-F899-C13475E421B9}"/>
              </a:ext>
              <a:ext uri="{C183D7F6-B498-43B3-948B-1728B52AA6E4}">
                <adec:decorative xmlns:adec="http://schemas.microsoft.com/office/drawing/2017/decorative" val="1"/>
              </a:ext>
            </a:extLst>
          </p:cNvPr>
          <p:cNvSpPr/>
          <p:nvPr userDrawn="1"/>
        </p:nvSpPr>
        <p:spPr>
          <a:xfrm>
            <a:off x="923925" y="4354539"/>
            <a:ext cx="1636714" cy="163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 name="Rektangel 8">
            <a:extLst>
              <a:ext uri="{FF2B5EF4-FFF2-40B4-BE49-F238E27FC236}">
                <a16:creationId xmlns:a16="http://schemas.microsoft.com/office/drawing/2014/main" id="{7EBB49F5-DD2D-909E-E011-0FC01624B4E8}"/>
              </a:ext>
              <a:ext uri="{C183D7F6-B498-43B3-948B-1728B52AA6E4}">
                <adec:decorative xmlns:adec="http://schemas.microsoft.com/office/drawing/2017/decorative" val="1"/>
              </a:ext>
            </a:extLst>
          </p:cNvPr>
          <p:cNvSpPr/>
          <p:nvPr userDrawn="1"/>
        </p:nvSpPr>
        <p:spPr>
          <a:xfrm>
            <a:off x="2662237" y="4354539"/>
            <a:ext cx="1636714" cy="163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Rektangel 9">
            <a:extLst>
              <a:ext uri="{FF2B5EF4-FFF2-40B4-BE49-F238E27FC236}">
                <a16:creationId xmlns:a16="http://schemas.microsoft.com/office/drawing/2014/main" id="{E89C84F5-EC95-6756-BFCB-F0C2015973AE}"/>
              </a:ext>
              <a:ext uri="{C183D7F6-B498-43B3-948B-1728B52AA6E4}">
                <adec:decorative xmlns:adec="http://schemas.microsoft.com/office/drawing/2017/decorative" val="1"/>
              </a:ext>
            </a:extLst>
          </p:cNvPr>
          <p:cNvSpPr/>
          <p:nvPr userDrawn="1"/>
        </p:nvSpPr>
        <p:spPr>
          <a:xfrm>
            <a:off x="4402138" y="4356400"/>
            <a:ext cx="1636714" cy="163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ktangel 10">
            <a:extLst>
              <a:ext uri="{FF2B5EF4-FFF2-40B4-BE49-F238E27FC236}">
                <a16:creationId xmlns:a16="http://schemas.microsoft.com/office/drawing/2014/main" id="{19363E2C-9184-31ED-A7C2-7CDAD3C6F173}"/>
              </a:ext>
              <a:ext uri="{C183D7F6-B498-43B3-948B-1728B52AA6E4}">
                <adec:decorative xmlns:adec="http://schemas.microsoft.com/office/drawing/2017/decorative" val="1"/>
              </a:ext>
            </a:extLst>
          </p:cNvPr>
          <p:cNvSpPr/>
          <p:nvPr userDrawn="1"/>
        </p:nvSpPr>
        <p:spPr>
          <a:xfrm>
            <a:off x="6143624" y="4354539"/>
            <a:ext cx="1636714"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Rektangel 11">
            <a:extLst>
              <a:ext uri="{FF2B5EF4-FFF2-40B4-BE49-F238E27FC236}">
                <a16:creationId xmlns:a16="http://schemas.microsoft.com/office/drawing/2014/main" id="{14CA4710-44C9-4FD7-DCA8-C2CF341C5717}"/>
              </a:ext>
              <a:ext uri="{C183D7F6-B498-43B3-948B-1728B52AA6E4}">
                <adec:decorative xmlns:adec="http://schemas.microsoft.com/office/drawing/2017/decorative" val="1"/>
              </a:ext>
            </a:extLst>
          </p:cNvPr>
          <p:cNvSpPr/>
          <p:nvPr userDrawn="1"/>
        </p:nvSpPr>
        <p:spPr>
          <a:xfrm>
            <a:off x="7886699" y="4356400"/>
            <a:ext cx="1636714"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3" name="Rektangel 12">
            <a:extLst>
              <a:ext uri="{FF2B5EF4-FFF2-40B4-BE49-F238E27FC236}">
                <a16:creationId xmlns:a16="http://schemas.microsoft.com/office/drawing/2014/main" id="{EECD3587-A5C6-CBC6-23BA-2DDF4CE20448}"/>
              </a:ext>
              <a:ext uri="{C183D7F6-B498-43B3-948B-1728B52AA6E4}">
                <adec:decorative xmlns:adec="http://schemas.microsoft.com/office/drawing/2017/decorative" val="1"/>
              </a:ext>
            </a:extLst>
          </p:cNvPr>
          <p:cNvSpPr/>
          <p:nvPr userDrawn="1"/>
        </p:nvSpPr>
        <p:spPr>
          <a:xfrm>
            <a:off x="6143624" y="2616227"/>
            <a:ext cx="1636714"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4" name="Rektangel 13">
            <a:extLst>
              <a:ext uri="{FF2B5EF4-FFF2-40B4-BE49-F238E27FC236}">
                <a16:creationId xmlns:a16="http://schemas.microsoft.com/office/drawing/2014/main" id="{0185499C-B910-2928-6DC8-48684040AB73}"/>
              </a:ext>
              <a:ext uri="{C183D7F6-B498-43B3-948B-1728B52AA6E4}">
                <adec:decorative xmlns:adec="http://schemas.microsoft.com/office/drawing/2017/decorative" val="1"/>
              </a:ext>
            </a:extLst>
          </p:cNvPr>
          <p:cNvSpPr/>
          <p:nvPr userDrawn="1"/>
        </p:nvSpPr>
        <p:spPr>
          <a:xfrm>
            <a:off x="7886699" y="2618088"/>
            <a:ext cx="1636714"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Rektangel 14">
            <a:extLst>
              <a:ext uri="{FF2B5EF4-FFF2-40B4-BE49-F238E27FC236}">
                <a16:creationId xmlns:a16="http://schemas.microsoft.com/office/drawing/2014/main" id="{83847607-77FA-21E4-FA8E-0686ED4794D8}"/>
              </a:ext>
              <a:ext uri="{C183D7F6-B498-43B3-948B-1728B52AA6E4}">
                <adec:decorative xmlns:adec="http://schemas.microsoft.com/office/drawing/2017/decorative" val="1"/>
              </a:ext>
            </a:extLst>
          </p:cNvPr>
          <p:cNvSpPr/>
          <p:nvPr userDrawn="1"/>
        </p:nvSpPr>
        <p:spPr>
          <a:xfrm>
            <a:off x="6143624" y="874739"/>
            <a:ext cx="1636714"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Rektangel 15">
            <a:extLst>
              <a:ext uri="{FF2B5EF4-FFF2-40B4-BE49-F238E27FC236}">
                <a16:creationId xmlns:a16="http://schemas.microsoft.com/office/drawing/2014/main" id="{78DCABA2-A5C6-125D-B469-A080365AFE3D}"/>
              </a:ext>
              <a:ext uri="{C183D7F6-B498-43B3-948B-1728B52AA6E4}">
                <adec:decorative xmlns:adec="http://schemas.microsoft.com/office/drawing/2017/decorative" val="1"/>
              </a:ext>
            </a:extLst>
          </p:cNvPr>
          <p:cNvSpPr/>
          <p:nvPr userDrawn="1"/>
        </p:nvSpPr>
        <p:spPr>
          <a:xfrm>
            <a:off x="7886699" y="876600"/>
            <a:ext cx="1636714"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Rektangel 16">
            <a:extLst>
              <a:ext uri="{FF2B5EF4-FFF2-40B4-BE49-F238E27FC236}">
                <a16:creationId xmlns:a16="http://schemas.microsoft.com/office/drawing/2014/main" id="{18E2DBA1-9960-B90D-172C-2A29484B7F5E}"/>
              </a:ext>
              <a:ext uri="{C183D7F6-B498-43B3-948B-1728B52AA6E4}">
                <adec:decorative xmlns:adec="http://schemas.microsoft.com/office/drawing/2017/decorative" val="1"/>
              </a:ext>
            </a:extLst>
          </p:cNvPr>
          <p:cNvSpPr/>
          <p:nvPr userDrawn="1"/>
        </p:nvSpPr>
        <p:spPr>
          <a:xfrm>
            <a:off x="9629774" y="2618088"/>
            <a:ext cx="1636714"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 name="Rektangel 17">
            <a:extLst>
              <a:ext uri="{FF2B5EF4-FFF2-40B4-BE49-F238E27FC236}">
                <a16:creationId xmlns:a16="http://schemas.microsoft.com/office/drawing/2014/main" id="{A85E6B91-4318-5098-4768-EB9339E17991}"/>
              </a:ext>
              <a:ext uri="{C183D7F6-B498-43B3-948B-1728B52AA6E4}">
                <adec:decorative xmlns:adec="http://schemas.microsoft.com/office/drawing/2017/decorative" val="1"/>
              </a:ext>
            </a:extLst>
          </p:cNvPr>
          <p:cNvSpPr/>
          <p:nvPr userDrawn="1"/>
        </p:nvSpPr>
        <p:spPr>
          <a:xfrm>
            <a:off x="9629774" y="876600"/>
            <a:ext cx="1636714"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 name="Platshållare för bild 7">
            <a:extLst>
              <a:ext uri="{FF2B5EF4-FFF2-40B4-BE49-F238E27FC236}">
                <a16:creationId xmlns:a16="http://schemas.microsoft.com/office/drawing/2014/main" id="{ADF3DABC-1EF0-954F-3442-853665F67875}"/>
              </a:ext>
            </a:extLst>
          </p:cNvPr>
          <p:cNvSpPr>
            <a:spLocks noGrp="1"/>
          </p:cNvSpPr>
          <p:nvPr>
            <p:ph type="pic" sz="quarter" idx="13"/>
          </p:nvPr>
        </p:nvSpPr>
        <p:spPr>
          <a:xfrm>
            <a:off x="9618663" y="4356100"/>
            <a:ext cx="1638300" cy="1638300"/>
          </a:xfrm>
          <a:blipFill>
            <a:blip r:embed="rId2"/>
            <a:stretch>
              <a:fillRect/>
            </a:stretch>
          </a:blipFill>
        </p:spPr>
        <p:txBody>
          <a:bodyPr/>
          <a:lstStyle>
            <a:lvl1pPr marL="0" indent="0">
              <a:buNone/>
              <a:defRPr sz="100"/>
            </a:lvl1pPr>
          </a:lstStyle>
          <a:p>
            <a:r>
              <a:rPr lang="sv-SE"/>
              <a:t>Klicka på ikonen för att lägga till en bild</a:t>
            </a:r>
            <a:endParaRPr lang="sv-SE" dirty="0"/>
          </a:p>
        </p:txBody>
      </p:sp>
    </p:spTree>
    <p:extLst>
      <p:ext uri="{BB962C8B-B14F-4D97-AF65-F5344CB8AC3E}">
        <p14:creationId xmlns:p14="http://schemas.microsoft.com/office/powerpoint/2010/main" val="2979521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D) Förstasida fler logotyper">
    <p:spTree>
      <p:nvGrpSpPr>
        <p:cNvPr id="1" name=""/>
        <p:cNvGrpSpPr/>
        <p:nvPr/>
      </p:nvGrpSpPr>
      <p:grpSpPr>
        <a:xfrm>
          <a:off x="0" y="0"/>
          <a:ext cx="0" cy="0"/>
          <a:chOff x="0" y="0"/>
          <a:chExt cx="0" cy="0"/>
        </a:xfrm>
      </p:grpSpPr>
      <p:sp>
        <p:nvSpPr>
          <p:cNvPr id="3" name="Platshållare för bildnummer 2">
            <a:extLst>
              <a:ext uri="{FF2B5EF4-FFF2-40B4-BE49-F238E27FC236}">
                <a16:creationId xmlns:a16="http://schemas.microsoft.com/office/drawing/2014/main" id="{7779172D-3D41-0133-9CCA-4C19234055EF}"/>
              </a:ext>
            </a:extLst>
          </p:cNvPr>
          <p:cNvSpPr>
            <a:spLocks noGrp="1"/>
          </p:cNvSpPr>
          <p:nvPr>
            <p:ph type="sldNum" sz="quarter" idx="10"/>
          </p:nvPr>
        </p:nvSpPr>
        <p:spPr/>
        <p:txBody>
          <a:bodyPr/>
          <a:lstStyle/>
          <a:p>
            <a:fld id="{1998DE93-7944-4E79-AD72-DA1F1D1A6E79}" type="slidenum">
              <a:rPr lang="sv-SE" smtClean="0"/>
              <a:pPr/>
              <a:t>‹#›</a:t>
            </a:fld>
            <a:endParaRPr lang="sv-SE"/>
          </a:p>
        </p:txBody>
      </p:sp>
      <p:sp>
        <p:nvSpPr>
          <p:cNvPr id="4" name="Platshållare för sidfot 3">
            <a:extLst>
              <a:ext uri="{FF2B5EF4-FFF2-40B4-BE49-F238E27FC236}">
                <a16:creationId xmlns:a16="http://schemas.microsoft.com/office/drawing/2014/main" id="{D643AF17-5E06-A806-87D7-C891CC2C7C43}"/>
              </a:ext>
            </a:extLst>
          </p:cNvPr>
          <p:cNvSpPr>
            <a:spLocks noGrp="1"/>
          </p:cNvSpPr>
          <p:nvPr>
            <p:ph type="ftr" sz="quarter" idx="11"/>
          </p:nvPr>
        </p:nvSpPr>
        <p:spPr>
          <a:xfrm>
            <a:off x="823118" y="257175"/>
            <a:ext cx="5328445" cy="365125"/>
          </a:xfrm>
          <a:prstGeom prst="rect">
            <a:avLst/>
          </a:prstGeom>
        </p:spPr>
        <p:txBody>
          <a:bodyPr/>
          <a:lstStyle/>
          <a:p>
            <a:r>
              <a:rPr lang="sv-SE"/>
              <a:t>Förnamn Efternamn / DATUM 20ÅR</a:t>
            </a:r>
            <a:endParaRPr lang="sv-SE" dirty="0"/>
          </a:p>
        </p:txBody>
      </p:sp>
      <p:sp>
        <p:nvSpPr>
          <p:cNvPr id="5" name="Platshållare för bild 4">
            <a:extLst>
              <a:ext uri="{FF2B5EF4-FFF2-40B4-BE49-F238E27FC236}">
                <a16:creationId xmlns:a16="http://schemas.microsoft.com/office/drawing/2014/main" id="{072BCCB6-DC4C-5868-E22D-FEDDED2A27D2}"/>
              </a:ext>
            </a:extLst>
          </p:cNvPr>
          <p:cNvSpPr>
            <a:spLocks noGrp="1"/>
          </p:cNvSpPr>
          <p:nvPr>
            <p:ph type="pic" sz="quarter" idx="12"/>
          </p:nvPr>
        </p:nvSpPr>
        <p:spPr>
          <a:xfrm>
            <a:off x="6138863" y="879475"/>
            <a:ext cx="5127625" cy="5114925"/>
          </a:xfrm>
          <a:solidFill>
            <a:schemeClr val="bg1">
              <a:lumMod val="85000"/>
            </a:schemeClr>
          </a:solidFill>
        </p:spPr>
        <p:txBody>
          <a:bodyPr lIns="180000" tIns="180000">
            <a:noAutofit/>
          </a:bodyPr>
          <a:lstStyle>
            <a:lvl1pPr marL="0" indent="0">
              <a:buNone/>
              <a:defRPr sz="1400"/>
            </a:lvl1pPr>
          </a:lstStyle>
          <a:p>
            <a:r>
              <a:rPr lang="sv-SE"/>
              <a:t>Klicka på ikonen för att lägga till en bild</a:t>
            </a:r>
          </a:p>
        </p:txBody>
      </p:sp>
      <p:sp>
        <p:nvSpPr>
          <p:cNvPr id="6" name="Rubrik 1">
            <a:extLst>
              <a:ext uri="{FF2B5EF4-FFF2-40B4-BE49-F238E27FC236}">
                <a16:creationId xmlns:a16="http://schemas.microsoft.com/office/drawing/2014/main" id="{6480A7CD-BA0D-C27D-5ECF-4909DE3ADD21}"/>
              </a:ext>
              <a:ext uri="{C183D7F6-B498-43B3-948B-1728B52AA6E4}">
                <adec:decorative xmlns:adec="http://schemas.microsoft.com/office/drawing/2017/decorative" val="0"/>
              </a:ext>
            </a:extLst>
          </p:cNvPr>
          <p:cNvSpPr>
            <a:spLocks noGrp="1"/>
          </p:cNvSpPr>
          <p:nvPr>
            <p:ph type="ctrTitle" hasCustomPrompt="1"/>
          </p:nvPr>
        </p:nvSpPr>
        <p:spPr>
          <a:xfrm>
            <a:off x="921695" y="879475"/>
            <a:ext cx="5116512" cy="3376613"/>
          </a:xfrm>
          <a:prstGeom prst="rect">
            <a:avLst/>
          </a:prstGeom>
          <a:solidFill>
            <a:schemeClr val="accent3"/>
          </a:solidFill>
        </p:spPr>
        <p:txBody>
          <a:bodyPr wrap="square" lIns="342000" tIns="234000" bIns="1440000" anchor="t" anchorCtr="0">
            <a:noAutofit/>
          </a:bodyPr>
          <a:lstStyle>
            <a:lvl1pPr algn="l">
              <a:defRPr sz="6000">
                <a:solidFill>
                  <a:schemeClr val="tx1"/>
                </a:solidFill>
              </a:defRPr>
            </a:lvl1pPr>
          </a:lstStyle>
          <a:p>
            <a:r>
              <a:rPr lang="sv-SE" dirty="0"/>
              <a:t>Titelrubrik i två rader</a:t>
            </a:r>
          </a:p>
        </p:txBody>
      </p:sp>
      <p:sp>
        <p:nvSpPr>
          <p:cNvPr id="7" name="Platshållare för text 3">
            <a:extLst>
              <a:ext uri="{FF2B5EF4-FFF2-40B4-BE49-F238E27FC236}">
                <a16:creationId xmlns:a16="http://schemas.microsoft.com/office/drawing/2014/main" id="{F6D064FC-D54E-ACC3-0065-194D87190C32}"/>
              </a:ext>
            </a:extLst>
          </p:cNvPr>
          <p:cNvSpPr>
            <a:spLocks noGrp="1"/>
          </p:cNvSpPr>
          <p:nvPr>
            <p:ph type="body" sz="quarter" idx="14" hasCustomPrompt="1"/>
          </p:nvPr>
        </p:nvSpPr>
        <p:spPr>
          <a:xfrm>
            <a:off x="1295400" y="2843213"/>
            <a:ext cx="4471988" cy="1077912"/>
          </a:xfrm>
        </p:spPr>
        <p:txBody>
          <a:bodyPr/>
          <a:lstStyle>
            <a:lvl1pPr marL="0" indent="0">
              <a:buNone/>
              <a:defRPr sz="2400">
                <a:solidFill>
                  <a:schemeClr val="tx1"/>
                </a:solidFill>
              </a:defRPr>
            </a:lvl1pPr>
            <a:lvl2pPr marL="257175" indent="0">
              <a:buNone/>
              <a:defRPr/>
            </a:lvl2pPr>
            <a:lvl3pPr marL="490538" indent="0">
              <a:buNone/>
              <a:defRPr/>
            </a:lvl3pPr>
            <a:lvl4pPr marL="695325" indent="0">
              <a:buNone/>
              <a:defRPr/>
            </a:lvl4pPr>
            <a:lvl5pPr marL="893763" indent="0">
              <a:buNone/>
              <a:defRPr/>
            </a:lvl5pPr>
          </a:lstStyle>
          <a:p>
            <a:r>
              <a:rPr lang="sv-SE" dirty="0"/>
              <a:t>Underrubrik eller ingress som är lite längre än enkelrad</a:t>
            </a:r>
          </a:p>
        </p:txBody>
      </p:sp>
      <p:sp>
        <p:nvSpPr>
          <p:cNvPr id="8" name="Platshållare för bild 9">
            <a:extLst>
              <a:ext uri="{FF2B5EF4-FFF2-40B4-BE49-F238E27FC236}">
                <a16:creationId xmlns:a16="http://schemas.microsoft.com/office/drawing/2014/main" id="{2C325F66-BF37-DA2F-84C2-4B5282933070}"/>
              </a:ext>
            </a:extLst>
          </p:cNvPr>
          <p:cNvSpPr>
            <a:spLocks noGrp="1"/>
          </p:cNvSpPr>
          <p:nvPr>
            <p:ph type="pic" sz="quarter" idx="16"/>
          </p:nvPr>
        </p:nvSpPr>
        <p:spPr>
          <a:xfrm>
            <a:off x="921693" y="4356100"/>
            <a:ext cx="1638000" cy="1638300"/>
          </a:xfrm>
        </p:spPr>
        <p:txBody>
          <a:bodyPr/>
          <a:lstStyle/>
          <a:p>
            <a:r>
              <a:rPr lang="sv-SE"/>
              <a:t>Klicka på ikonen för att lägga till en bild</a:t>
            </a:r>
          </a:p>
        </p:txBody>
      </p:sp>
      <p:sp>
        <p:nvSpPr>
          <p:cNvPr id="9" name="Platshållare för bild 12">
            <a:extLst>
              <a:ext uri="{FF2B5EF4-FFF2-40B4-BE49-F238E27FC236}">
                <a16:creationId xmlns:a16="http://schemas.microsoft.com/office/drawing/2014/main" id="{D355D34E-1D8C-6845-E069-12E9CB3359D2}"/>
              </a:ext>
            </a:extLst>
          </p:cNvPr>
          <p:cNvSpPr>
            <a:spLocks noGrp="1"/>
          </p:cNvSpPr>
          <p:nvPr>
            <p:ph type="pic" sz="quarter" idx="17"/>
          </p:nvPr>
        </p:nvSpPr>
        <p:spPr>
          <a:xfrm>
            <a:off x="2660649" y="4356100"/>
            <a:ext cx="1638301" cy="1638300"/>
          </a:xfrm>
        </p:spPr>
        <p:txBody>
          <a:bodyPr/>
          <a:lstStyle/>
          <a:p>
            <a:r>
              <a:rPr lang="sv-SE"/>
              <a:t>Klicka på ikonen för att lägga till en bild</a:t>
            </a:r>
          </a:p>
        </p:txBody>
      </p:sp>
      <p:sp>
        <p:nvSpPr>
          <p:cNvPr id="10" name="Platshållare för bild 15">
            <a:extLst>
              <a:ext uri="{FF2B5EF4-FFF2-40B4-BE49-F238E27FC236}">
                <a16:creationId xmlns:a16="http://schemas.microsoft.com/office/drawing/2014/main" id="{0D131055-5B88-78BC-7DCF-290D0EAF552F}"/>
              </a:ext>
            </a:extLst>
          </p:cNvPr>
          <p:cNvSpPr>
            <a:spLocks noGrp="1"/>
          </p:cNvSpPr>
          <p:nvPr>
            <p:ph type="pic" sz="quarter" idx="18"/>
          </p:nvPr>
        </p:nvSpPr>
        <p:spPr>
          <a:xfrm>
            <a:off x="4398962" y="4356100"/>
            <a:ext cx="1638000" cy="1638300"/>
          </a:xfrm>
        </p:spPr>
        <p:txBody>
          <a:bodyPr/>
          <a:lstStyle/>
          <a:p>
            <a:r>
              <a:rPr lang="sv-SE"/>
              <a:t>Klicka på ikonen för att lägga till en bild</a:t>
            </a:r>
          </a:p>
        </p:txBody>
      </p:sp>
      <p:sp>
        <p:nvSpPr>
          <p:cNvPr id="2" name="Platshållare för bild 7">
            <a:extLst>
              <a:ext uri="{FF2B5EF4-FFF2-40B4-BE49-F238E27FC236}">
                <a16:creationId xmlns:a16="http://schemas.microsoft.com/office/drawing/2014/main" id="{37089AEF-9867-96CB-0298-A7B352494980}"/>
              </a:ext>
            </a:extLst>
          </p:cNvPr>
          <p:cNvSpPr>
            <a:spLocks noGrp="1"/>
          </p:cNvSpPr>
          <p:nvPr>
            <p:ph type="pic" sz="quarter" idx="13"/>
          </p:nvPr>
        </p:nvSpPr>
        <p:spPr>
          <a:xfrm>
            <a:off x="9618663" y="4356100"/>
            <a:ext cx="1638300" cy="1638300"/>
          </a:xfrm>
          <a:blipFill>
            <a:blip r:embed="rId2"/>
            <a:stretch>
              <a:fillRect/>
            </a:stretch>
          </a:blipFill>
        </p:spPr>
        <p:txBody>
          <a:bodyPr/>
          <a:lstStyle>
            <a:lvl1pPr marL="0" indent="0">
              <a:buNone/>
              <a:defRPr sz="100"/>
            </a:lvl1pPr>
          </a:lstStyle>
          <a:p>
            <a:r>
              <a:rPr lang="sv-SE"/>
              <a:t>Klicka på ikonen för att lägga till en bild</a:t>
            </a:r>
            <a:endParaRPr lang="sv-SE" dirty="0"/>
          </a:p>
        </p:txBody>
      </p:sp>
    </p:spTree>
    <p:extLst>
      <p:ext uri="{BB962C8B-B14F-4D97-AF65-F5344CB8AC3E}">
        <p14:creationId xmlns:p14="http://schemas.microsoft.com/office/powerpoint/2010/main" val="322581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 E) Förstasida fler länsstyrelser">
    <p:spTree>
      <p:nvGrpSpPr>
        <p:cNvPr id="1" name=""/>
        <p:cNvGrpSpPr/>
        <p:nvPr/>
      </p:nvGrpSpPr>
      <p:grpSpPr>
        <a:xfrm>
          <a:off x="0" y="0"/>
          <a:ext cx="0" cy="0"/>
          <a:chOff x="0" y="0"/>
          <a:chExt cx="0" cy="0"/>
        </a:xfrm>
      </p:grpSpPr>
      <p:sp>
        <p:nvSpPr>
          <p:cNvPr id="3" name="Platshållare för bildnummer 2">
            <a:extLst>
              <a:ext uri="{FF2B5EF4-FFF2-40B4-BE49-F238E27FC236}">
                <a16:creationId xmlns:a16="http://schemas.microsoft.com/office/drawing/2014/main" id="{2B29A6F4-B3A1-44F6-18E7-532523021A31}"/>
              </a:ext>
            </a:extLst>
          </p:cNvPr>
          <p:cNvSpPr>
            <a:spLocks noGrp="1"/>
          </p:cNvSpPr>
          <p:nvPr>
            <p:ph type="sldNum" sz="quarter" idx="10"/>
          </p:nvPr>
        </p:nvSpPr>
        <p:spPr/>
        <p:txBody>
          <a:bodyPr/>
          <a:lstStyle/>
          <a:p>
            <a:fld id="{1998DE93-7944-4E79-AD72-DA1F1D1A6E79}" type="slidenum">
              <a:rPr lang="sv-SE" smtClean="0"/>
              <a:pPr/>
              <a:t>‹#›</a:t>
            </a:fld>
            <a:endParaRPr lang="sv-SE"/>
          </a:p>
        </p:txBody>
      </p:sp>
      <p:sp>
        <p:nvSpPr>
          <p:cNvPr id="4" name="Platshållare för sidfot 3">
            <a:extLst>
              <a:ext uri="{FF2B5EF4-FFF2-40B4-BE49-F238E27FC236}">
                <a16:creationId xmlns:a16="http://schemas.microsoft.com/office/drawing/2014/main" id="{8344D199-5251-33EA-98BA-AD0419129376}"/>
              </a:ext>
            </a:extLst>
          </p:cNvPr>
          <p:cNvSpPr>
            <a:spLocks noGrp="1"/>
          </p:cNvSpPr>
          <p:nvPr>
            <p:ph type="ftr" sz="quarter" idx="11"/>
          </p:nvPr>
        </p:nvSpPr>
        <p:spPr>
          <a:xfrm>
            <a:off x="823118" y="257175"/>
            <a:ext cx="5328445" cy="365125"/>
          </a:xfrm>
          <a:prstGeom prst="rect">
            <a:avLst/>
          </a:prstGeom>
        </p:spPr>
        <p:txBody>
          <a:bodyPr/>
          <a:lstStyle/>
          <a:p>
            <a:r>
              <a:rPr lang="sv-SE"/>
              <a:t>Förnamn Efternamn / DATUM 20ÅR</a:t>
            </a:r>
            <a:endParaRPr lang="sv-SE" dirty="0"/>
          </a:p>
        </p:txBody>
      </p:sp>
      <p:sp>
        <p:nvSpPr>
          <p:cNvPr id="5" name="Platshållare för bild 4">
            <a:extLst>
              <a:ext uri="{FF2B5EF4-FFF2-40B4-BE49-F238E27FC236}">
                <a16:creationId xmlns:a16="http://schemas.microsoft.com/office/drawing/2014/main" id="{5C6E9D93-8344-C7C6-84CA-B635DE481B9D}"/>
              </a:ext>
            </a:extLst>
          </p:cNvPr>
          <p:cNvSpPr>
            <a:spLocks noGrp="1"/>
          </p:cNvSpPr>
          <p:nvPr>
            <p:ph type="pic" sz="quarter" idx="12"/>
          </p:nvPr>
        </p:nvSpPr>
        <p:spPr>
          <a:xfrm>
            <a:off x="6141093" y="879475"/>
            <a:ext cx="5125395" cy="5114925"/>
          </a:xfrm>
          <a:solidFill>
            <a:schemeClr val="bg1">
              <a:lumMod val="85000"/>
            </a:schemeClr>
          </a:solidFill>
        </p:spPr>
        <p:txBody>
          <a:bodyPr lIns="180000" tIns="180000">
            <a:noAutofit/>
          </a:bodyPr>
          <a:lstStyle>
            <a:lvl1pPr marL="0" indent="0">
              <a:buNone/>
              <a:defRPr sz="1400"/>
            </a:lvl1pPr>
          </a:lstStyle>
          <a:p>
            <a:r>
              <a:rPr lang="sv-SE"/>
              <a:t>Klicka på ikonen för att lägga till en bild</a:t>
            </a:r>
          </a:p>
        </p:txBody>
      </p:sp>
      <p:sp>
        <p:nvSpPr>
          <p:cNvPr id="6" name="Rubrik 1">
            <a:extLst>
              <a:ext uri="{FF2B5EF4-FFF2-40B4-BE49-F238E27FC236}">
                <a16:creationId xmlns:a16="http://schemas.microsoft.com/office/drawing/2014/main" id="{93CC17BD-BA14-C2DB-2B6A-311D5623E6B6}"/>
              </a:ext>
              <a:ext uri="{C183D7F6-B498-43B3-948B-1728B52AA6E4}">
                <adec:decorative xmlns:adec="http://schemas.microsoft.com/office/drawing/2017/decorative" val="0"/>
              </a:ext>
            </a:extLst>
          </p:cNvPr>
          <p:cNvSpPr>
            <a:spLocks noGrp="1"/>
          </p:cNvSpPr>
          <p:nvPr>
            <p:ph type="ctrTitle" hasCustomPrompt="1"/>
          </p:nvPr>
        </p:nvSpPr>
        <p:spPr>
          <a:xfrm>
            <a:off x="921695" y="879475"/>
            <a:ext cx="5115568" cy="3379788"/>
          </a:xfrm>
          <a:prstGeom prst="rect">
            <a:avLst/>
          </a:prstGeom>
          <a:solidFill>
            <a:schemeClr val="accent3"/>
          </a:solidFill>
        </p:spPr>
        <p:txBody>
          <a:bodyPr wrap="square" lIns="342000" tIns="234000" bIns="1440000" anchor="t" anchorCtr="0">
            <a:noAutofit/>
          </a:bodyPr>
          <a:lstStyle>
            <a:lvl1pPr algn="l">
              <a:defRPr sz="6000">
                <a:solidFill>
                  <a:schemeClr val="tx1"/>
                </a:solidFill>
              </a:defRPr>
            </a:lvl1pPr>
          </a:lstStyle>
          <a:p>
            <a:r>
              <a:rPr lang="sv-SE" dirty="0"/>
              <a:t>Titelrubrik i två rader</a:t>
            </a:r>
          </a:p>
        </p:txBody>
      </p:sp>
      <p:sp>
        <p:nvSpPr>
          <p:cNvPr id="7" name="Platshållare för text 3">
            <a:extLst>
              <a:ext uri="{FF2B5EF4-FFF2-40B4-BE49-F238E27FC236}">
                <a16:creationId xmlns:a16="http://schemas.microsoft.com/office/drawing/2014/main" id="{85A8AACD-ED4A-60A2-C91F-CF634B0AFD8E}"/>
              </a:ext>
            </a:extLst>
          </p:cNvPr>
          <p:cNvSpPr>
            <a:spLocks noGrp="1"/>
          </p:cNvSpPr>
          <p:nvPr>
            <p:ph type="body" sz="quarter" idx="14" hasCustomPrompt="1"/>
          </p:nvPr>
        </p:nvSpPr>
        <p:spPr>
          <a:xfrm>
            <a:off x="1295400" y="2843213"/>
            <a:ext cx="4471988" cy="1077912"/>
          </a:xfrm>
        </p:spPr>
        <p:txBody>
          <a:bodyPr/>
          <a:lstStyle>
            <a:lvl1pPr marL="0" indent="0">
              <a:buNone/>
              <a:defRPr sz="2400">
                <a:solidFill>
                  <a:schemeClr val="tx1"/>
                </a:solidFill>
              </a:defRPr>
            </a:lvl1pPr>
            <a:lvl2pPr marL="257175" indent="0">
              <a:buNone/>
              <a:defRPr/>
            </a:lvl2pPr>
            <a:lvl3pPr marL="490538" indent="0">
              <a:buNone/>
              <a:defRPr/>
            </a:lvl3pPr>
            <a:lvl4pPr marL="695325" indent="0">
              <a:buNone/>
              <a:defRPr/>
            </a:lvl4pPr>
            <a:lvl5pPr marL="893763" indent="0">
              <a:buNone/>
              <a:defRPr/>
            </a:lvl5pPr>
          </a:lstStyle>
          <a:p>
            <a:r>
              <a:rPr lang="sv-SE" dirty="0"/>
              <a:t>Underrubrik eller ingress som är lite längre än enkelrad</a:t>
            </a:r>
          </a:p>
        </p:txBody>
      </p:sp>
      <p:sp>
        <p:nvSpPr>
          <p:cNvPr id="8" name="Platshållare för text 5">
            <a:extLst>
              <a:ext uri="{FF2B5EF4-FFF2-40B4-BE49-F238E27FC236}">
                <a16:creationId xmlns:a16="http://schemas.microsoft.com/office/drawing/2014/main" id="{7F5A29D0-6025-E0D3-E9BE-6EC575909325}"/>
              </a:ext>
            </a:extLst>
          </p:cNvPr>
          <p:cNvSpPr>
            <a:spLocks noGrp="1"/>
          </p:cNvSpPr>
          <p:nvPr>
            <p:ph type="body" sz="quarter" idx="16"/>
          </p:nvPr>
        </p:nvSpPr>
        <p:spPr>
          <a:xfrm>
            <a:off x="1116106" y="4517464"/>
            <a:ext cx="4325938" cy="968375"/>
          </a:xfrm>
        </p:spPr>
        <p:txBody>
          <a:bodyPr/>
          <a:lstStyle>
            <a:lvl1pPr marL="0" indent="0">
              <a:lnSpc>
                <a:spcPct val="100000"/>
              </a:lnSpc>
              <a:buNone/>
              <a:defRPr sz="1800">
                <a:latin typeface="Segoe UI Semibold" panose="020B0702040204020203" pitchFamily="34" charset="0"/>
                <a:cs typeface="Segoe UI Semibold" panose="020B0702040204020203" pitchFamily="34" charset="0"/>
              </a:defRPr>
            </a:lvl1pPr>
          </a:lstStyle>
          <a:p>
            <a:pPr lvl="0"/>
            <a:r>
              <a:rPr lang="sv-SE"/>
              <a:t>Klicka här för att ändra format på bakgrundstexten</a:t>
            </a:r>
          </a:p>
        </p:txBody>
      </p:sp>
      <p:sp>
        <p:nvSpPr>
          <p:cNvPr id="2" name="Platshållare för bild 7">
            <a:extLst>
              <a:ext uri="{FF2B5EF4-FFF2-40B4-BE49-F238E27FC236}">
                <a16:creationId xmlns:a16="http://schemas.microsoft.com/office/drawing/2014/main" id="{E7EF1C10-34C4-A524-FE31-E85079EC15A0}"/>
              </a:ext>
            </a:extLst>
          </p:cNvPr>
          <p:cNvSpPr>
            <a:spLocks noGrp="1"/>
          </p:cNvSpPr>
          <p:nvPr>
            <p:ph type="pic" sz="quarter" idx="13"/>
          </p:nvPr>
        </p:nvSpPr>
        <p:spPr>
          <a:xfrm>
            <a:off x="9618663" y="4356100"/>
            <a:ext cx="1638300" cy="1638300"/>
          </a:xfrm>
          <a:blipFill>
            <a:blip r:embed="rId2"/>
            <a:stretch>
              <a:fillRect/>
            </a:stretch>
          </a:blipFill>
        </p:spPr>
        <p:txBody>
          <a:bodyPr/>
          <a:lstStyle>
            <a:lvl1pPr marL="0" indent="0">
              <a:buNone/>
              <a:defRPr sz="100"/>
            </a:lvl1pPr>
          </a:lstStyle>
          <a:p>
            <a:r>
              <a:rPr lang="sv-SE"/>
              <a:t>Klicka på ikonen för att lägga till en bild</a:t>
            </a:r>
            <a:endParaRPr lang="sv-SE" dirty="0"/>
          </a:p>
        </p:txBody>
      </p:sp>
    </p:spTree>
    <p:extLst>
      <p:ext uri="{BB962C8B-B14F-4D97-AF65-F5344CB8AC3E}">
        <p14:creationId xmlns:p14="http://schemas.microsoft.com/office/powerpoint/2010/main" val="2125095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 F) Förstasida utan bild">
    <p:bg>
      <p:bgPr>
        <a:solidFill>
          <a:schemeClr val="accent1"/>
        </a:solidFill>
        <a:effectLst/>
      </p:bgPr>
    </p:bg>
    <p:spTree>
      <p:nvGrpSpPr>
        <p:cNvPr id="1" name=""/>
        <p:cNvGrpSpPr/>
        <p:nvPr/>
      </p:nvGrpSpPr>
      <p:grpSpPr>
        <a:xfrm>
          <a:off x="0" y="0"/>
          <a:ext cx="0" cy="0"/>
          <a:chOff x="0" y="0"/>
          <a:chExt cx="0" cy="0"/>
        </a:xfrm>
      </p:grpSpPr>
      <p:sp>
        <p:nvSpPr>
          <p:cNvPr id="3" name="Platshållare för bildnummer 2">
            <a:extLst>
              <a:ext uri="{FF2B5EF4-FFF2-40B4-BE49-F238E27FC236}">
                <a16:creationId xmlns:a16="http://schemas.microsoft.com/office/drawing/2014/main" id="{4A84727C-8430-CE2A-B1EC-F24A2B159036}"/>
              </a:ext>
            </a:extLst>
          </p:cNvPr>
          <p:cNvSpPr>
            <a:spLocks noGrp="1"/>
          </p:cNvSpPr>
          <p:nvPr>
            <p:ph type="sldNum" sz="quarter" idx="10"/>
          </p:nvPr>
        </p:nvSpPr>
        <p:spPr/>
        <p:txBody>
          <a:bodyPr/>
          <a:lstStyle/>
          <a:p>
            <a:fld id="{1998DE93-7944-4E79-AD72-DA1F1D1A6E79}" type="slidenum">
              <a:rPr lang="sv-SE" smtClean="0"/>
              <a:pPr/>
              <a:t>‹#›</a:t>
            </a:fld>
            <a:endParaRPr lang="sv-SE"/>
          </a:p>
        </p:txBody>
      </p:sp>
      <p:sp>
        <p:nvSpPr>
          <p:cNvPr id="4" name="Platshållare för sidfot 3">
            <a:extLst>
              <a:ext uri="{FF2B5EF4-FFF2-40B4-BE49-F238E27FC236}">
                <a16:creationId xmlns:a16="http://schemas.microsoft.com/office/drawing/2014/main" id="{26374CDF-AFA0-3870-6AC9-25023C56CFC8}"/>
              </a:ext>
            </a:extLst>
          </p:cNvPr>
          <p:cNvSpPr>
            <a:spLocks noGrp="1"/>
          </p:cNvSpPr>
          <p:nvPr>
            <p:ph type="ftr" sz="quarter" idx="11"/>
          </p:nvPr>
        </p:nvSpPr>
        <p:spPr>
          <a:xfrm>
            <a:off x="823118" y="257175"/>
            <a:ext cx="5328445" cy="365125"/>
          </a:xfrm>
          <a:prstGeom prst="rect">
            <a:avLst/>
          </a:prstGeom>
        </p:spPr>
        <p:txBody>
          <a:bodyPr/>
          <a:lstStyle>
            <a:lvl1pPr>
              <a:defRPr>
                <a:solidFill>
                  <a:schemeClr val="bg2"/>
                </a:solidFill>
              </a:defRPr>
            </a:lvl1pPr>
          </a:lstStyle>
          <a:p>
            <a:r>
              <a:rPr lang="sv-SE"/>
              <a:t>Förnamn Efternamn / DATUM 20ÅR</a:t>
            </a:r>
            <a:endParaRPr lang="sv-SE" dirty="0"/>
          </a:p>
        </p:txBody>
      </p:sp>
      <p:sp>
        <p:nvSpPr>
          <p:cNvPr id="5" name="Rubrik 1">
            <a:extLst>
              <a:ext uri="{FF2B5EF4-FFF2-40B4-BE49-F238E27FC236}">
                <a16:creationId xmlns:a16="http://schemas.microsoft.com/office/drawing/2014/main" id="{C4C4C4D4-BF89-3B6D-7A31-46C0933E6745}"/>
              </a:ext>
              <a:ext uri="{C183D7F6-B498-43B3-948B-1728B52AA6E4}">
                <adec:decorative xmlns:adec="http://schemas.microsoft.com/office/drawing/2017/decorative" val="1"/>
              </a:ext>
            </a:extLst>
          </p:cNvPr>
          <p:cNvSpPr>
            <a:spLocks noGrp="1"/>
          </p:cNvSpPr>
          <p:nvPr>
            <p:ph type="ctrTitle" hasCustomPrompt="1"/>
          </p:nvPr>
        </p:nvSpPr>
        <p:spPr>
          <a:xfrm>
            <a:off x="921695" y="876301"/>
            <a:ext cx="5115568" cy="3379788"/>
          </a:xfrm>
          <a:prstGeom prst="rect">
            <a:avLst/>
          </a:prstGeom>
          <a:solidFill>
            <a:schemeClr val="accent3"/>
          </a:solidFill>
          <a:ln>
            <a:noFill/>
          </a:ln>
        </p:spPr>
        <p:txBody>
          <a:bodyPr lIns="342000" bIns="1476000" anchor="b"/>
          <a:lstStyle>
            <a:lvl1pPr algn="l">
              <a:defRPr sz="6000">
                <a:solidFill>
                  <a:schemeClr val="tx1"/>
                </a:solidFill>
              </a:defRPr>
            </a:lvl1pPr>
          </a:lstStyle>
          <a:p>
            <a:r>
              <a:rPr lang="sv-SE" dirty="0"/>
              <a:t>Titelrubrik i två rader</a:t>
            </a:r>
          </a:p>
        </p:txBody>
      </p:sp>
      <p:sp>
        <p:nvSpPr>
          <p:cNvPr id="6" name="Underrubrik 2">
            <a:extLst>
              <a:ext uri="{FF2B5EF4-FFF2-40B4-BE49-F238E27FC236}">
                <a16:creationId xmlns:a16="http://schemas.microsoft.com/office/drawing/2014/main" id="{2B19AF2F-B380-CE3F-679B-B0A543BC11CD}"/>
              </a:ext>
            </a:extLst>
          </p:cNvPr>
          <p:cNvSpPr>
            <a:spLocks noGrp="1"/>
          </p:cNvSpPr>
          <p:nvPr>
            <p:ph type="subTitle" idx="1" hasCustomPrompt="1"/>
          </p:nvPr>
        </p:nvSpPr>
        <p:spPr>
          <a:xfrm>
            <a:off x="1195295" y="2820229"/>
            <a:ext cx="4572000" cy="1122744"/>
          </a:xfrm>
        </p:spPr>
        <p:txBody>
          <a:bodyPr>
            <a:noAutofit/>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a:t>Underrubrik eller ingress som är lite längre än enkelrad</a:t>
            </a:r>
          </a:p>
        </p:txBody>
      </p:sp>
      <p:sp>
        <p:nvSpPr>
          <p:cNvPr id="7" name="Rektangel 6">
            <a:extLst>
              <a:ext uri="{FF2B5EF4-FFF2-40B4-BE49-F238E27FC236}">
                <a16:creationId xmlns:a16="http://schemas.microsoft.com/office/drawing/2014/main" id="{046F4D81-BA55-BE4F-7C88-1A3130F76E61}"/>
              </a:ext>
              <a:ext uri="{C183D7F6-B498-43B3-948B-1728B52AA6E4}">
                <adec:decorative xmlns:adec="http://schemas.microsoft.com/office/drawing/2017/decorative" val="1"/>
              </a:ext>
            </a:extLst>
          </p:cNvPr>
          <p:cNvSpPr/>
          <p:nvPr userDrawn="1"/>
        </p:nvSpPr>
        <p:spPr>
          <a:xfrm>
            <a:off x="6142338" y="877244"/>
            <a:ext cx="1638000" cy="163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 name="Rektangel 8">
            <a:extLst>
              <a:ext uri="{FF2B5EF4-FFF2-40B4-BE49-F238E27FC236}">
                <a16:creationId xmlns:a16="http://schemas.microsoft.com/office/drawing/2014/main" id="{9CF78762-953E-8D40-4F52-553C27E6EEE9}"/>
              </a:ext>
              <a:ext uri="{C183D7F6-B498-43B3-948B-1728B52AA6E4}">
                <adec:decorative xmlns:adec="http://schemas.microsoft.com/office/drawing/2017/decorative" val="1"/>
              </a:ext>
            </a:extLst>
          </p:cNvPr>
          <p:cNvSpPr/>
          <p:nvPr userDrawn="1"/>
        </p:nvSpPr>
        <p:spPr>
          <a:xfrm>
            <a:off x="6142338" y="2618089"/>
            <a:ext cx="1638000" cy="163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Rektangel 9">
            <a:extLst>
              <a:ext uri="{FF2B5EF4-FFF2-40B4-BE49-F238E27FC236}">
                <a16:creationId xmlns:a16="http://schemas.microsoft.com/office/drawing/2014/main" id="{C9FCC78B-53AD-AF61-E139-DAA576CDB648}"/>
              </a:ext>
              <a:ext uri="{C183D7F6-B498-43B3-948B-1728B52AA6E4}">
                <adec:decorative xmlns:adec="http://schemas.microsoft.com/office/drawing/2017/decorative" val="1"/>
              </a:ext>
            </a:extLst>
          </p:cNvPr>
          <p:cNvSpPr/>
          <p:nvPr userDrawn="1"/>
        </p:nvSpPr>
        <p:spPr>
          <a:xfrm>
            <a:off x="7881938" y="877244"/>
            <a:ext cx="1638000" cy="163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 name="Platshållare för bild 7">
            <a:extLst>
              <a:ext uri="{FF2B5EF4-FFF2-40B4-BE49-F238E27FC236}">
                <a16:creationId xmlns:a16="http://schemas.microsoft.com/office/drawing/2014/main" id="{6EB8E8E7-09F5-E43B-93A6-5FDD040D9EAE}"/>
              </a:ext>
            </a:extLst>
          </p:cNvPr>
          <p:cNvSpPr>
            <a:spLocks noGrp="1"/>
          </p:cNvSpPr>
          <p:nvPr>
            <p:ph type="pic" sz="quarter" idx="13"/>
          </p:nvPr>
        </p:nvSpPr>
        <p:spPr>
          <a:xfrm>
            <a:off x="9618663" y="4356100"/>
            <a:ext cx="1638300" cy="1638300"/>
          </a:xfrm>
          <a:blipFill>
            <a:blip r:embed="rId2"/>
            <a:stretch>
              <a:fillRect/>
            </a:stretch>
          </a:blipFill>
        </p:spPr>
        <p:txBody>
          <a:bodyPr/>
          <a:lstStyle>
            <a:lvl1pPr marL="0" indent="0">
              <a:buNone/>
              <a:defRPr sz="100"/>
            </a:lvl1pPr>
          </a:lstStyle>
          <a:p>
            <a:r>
              <a:rPr lang="sv-SE"/>
              <a:t>Klicka på ikonen för att lägga till en bild</a:t>
            </a:r>
            <a:endParaRPr lang="sv-SE" dirty="0"/>
          </a:p>
        </p:txBody>
      </p:sp>
    </p:spTree>
    <p:extLst>
      <p:ext uri="{BB962C8B-B14F-4D97-AF65-F5344CB8AC3E}">
        <p14:creationId xmlns:p14="http://schemas.microsoft.com/office/powerpoint/2010/main" val="4055735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A) Textsida underrubrik/ingress">
    <p:spTree>
      <p:nvGrpSpPr>
        <p:cNvPr id="1" name=""/>
        <p:cNvGrpSpPr/>
        <p:nvPr/>
      </p:nvGrpSpPr>
      <p:grpSpPr>
        <a:xfrm>
          <a:off x="0" y="0"/>
          <a:ext cx="0" cy="0"/>
          <a:chOff x="0" y="0"/>
          <a:chExt cx="0" cy="0"/>
        </a:xfrm>
      </p:grpSpPr>
      <p:sp>
        <p:nvSpPr>
          <p:cNvPr id="2" name="Platshållare för bildnummer 2">
            <a:extLst>
              <a:ext uri="{FF2B5EF4-FFF2-40B4-BE49-F238E27FC236}">
                <a16:creationId xmlns:a16="http://schemas.microsoft.com/office/drawing/2014/main" id="{3589D8F0-9CB1-B61F-54A0-B918BFA8EB05}"/>
              </a:ext>
            </a:extLst>
          </p:cNvPr>
          <p:cNvSpPr>
            <a:spLocks noGrp="1"/>
          </p:cNvSpPr>
          <p:nvPr>
            <p:ph type="sldNum" sz="quarter" idx="10"/>
          </p:nvPr>
        </p:nvSpPr>
        <p:spPr>
          <a:xfrm>
            <a:off x="106326" y="6370526"/>
            <a:ext cx="501502" cy="365125"/>
          </a:xfrm>
        </p:spPr>
        <p:txBody>
          <a:bodyPr/>
          <a:lstStyle/>
          <a:p>
            <a:fld id="{1998DE93-7944-4E79-AD72-DA1F1D1A6E79}" type="slidenum">
              <a:rPr lang="sv-SE" smtClean="0"/>
              <a:pPr/>
              <a:t>‹#›</a:t>
            </a:fld>
            <a:endParaRPr lang="sv-SE"/>
          </a:p>
        </p:txBody>
      </p:sp>
      <p:sp>
        <p:nvSpPr>
          <p:cNvPr id="4" name="Platshållare för text 13">
            <a:extLst>
              <a:ext uri="{FF2B5EF4-FFF2-40B4-BE49-F238E27FC236}">
                <a16:creationId xmlns:a16="http://schemas.microsoft.com/office/drawing/2014/main" id="{CE7AC4F6-7FED-8FD0-2AC8-B4DC6A6C134C}"/>
              </a:ext>
            </a:extLst>
          </p:cNvPr>
          <p:cNvSpPr>
            <a:spLocks noGrp="1"/>
          </p:cNvSpPr>
          <p:nvPr>
            <p:ph type="body" sz="quarter" idx="13" hasCustomPrompt="1"/>
          </p:nvPr>
        </p:nvSpPr>
        <p:spPr>
          <a:xfrm>
            <a:off x="814892" y="1761884"/>
            <a:ext cx="10537200" cy="404230"/>
          </a:xfrm>
        </p:spPr>
        <p:txBody>
          <a:bodyPr/>
          <a:lstStyle>
            <a:lvl1pPr marL="0" indent="0">
              <a:buNone/>
              <a:defRPr sz="2200"/>
            </a:lvl1pPr>
          </a:lstStyle>
          <a:p>
            <a:pPr lvl="0"/>
            <a:r>
              <a:rPr lang="sv-SE" dirty="0"/>
              <a:t>Underrubrik eller ingress</a:t>
            </a:r>
          </a:p>
        </p:txBody>
      </p:sp>
      <p:sp>
        <p:nvSpPr>
          <p:cNvPr id="14" name="Platshållare för innehåll 2">
            <a:extLst>
              <a:ext uri="{FF2B5EF4-FFF2-40B4-BE49-F238E27FC236}">
                <a16:creationId xmlns:a16="http://schemas.microsoft.com/office/drawing/2014/main" id="{C3AA1D3B-B049-EE57-284F-8552804915FD}"/>
              </a:ext>
            </a:extLst>
          </p:cNvPr>
          <p:cNvSpPr>
            <a:spLocks noGrp="1"/>
          </p:cNvSpPr>
          <p:nvPr>
            <p:ph idx="1"/>
          </p:nvPr>
        </p:nvSpPr>
        <p:spPr>
          <a:xfrm>
            <a:off x="824399" y="2401200"/>
            <a:ext cx="10537200" cy="3600000"/>
          </a:xfrm>
        </p:spPr>
        <p:txBody>
          <a:bodyPr/>
          <a:lstStyle>
            <a:lvl1pPr>
              <a:lnSpc>
                <a:spcPct val="110000"/>
              </a:lnSpc>
              <a:spcBef>
                <a:spcPts val="600"/>
              </a:spcBef>
              <a:defRPr/>
            </a:lvl1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6" name="Rektangel 15">
            <a:extLst>
              <a:ext uri="{FF2B5EF4-FFF2-40B4-BE49-F238E27FC236}">
                <a16:creationId xmlns:a16="http://schemas.microsoft.com/office/drawing/2014/main" id="{C2719CE2-D9F7-CA1A-7139-FC8DB5B9D85E}"/>
              </a:ext>
              <a:ext uri="{C183D7F6-B498-43B3-948B-1728B52AA6E4}">
                <adec:decorative xmlns:adec="http://schemas.microsoft.com/office/drawing/2017/decorative" val="1"/>
              </a:ext>
            </a:extLst>
          </p:cNvPr>
          <p:cNvSpPr/>
          <p:nvPr userDrawn="1"/>
        </p:nvSpPr>
        <p:spPr>
          <a:xfrm>
            <a:off x="928577" y="6100594"/>
            <a:ext cx="3370373"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Rektangel 16">
            <a:extLst>
              <a:ext uri="{FF2B5EF4-FFF2-40B4-BE49-F238E27FC236}">
                <a16:creationId xmlns:a16="http://schemas.microsoft.com/office/drawing/2014/main" id="{4903770D-B458-B450-F23D-63E6A3EA0729}"/>
              </a:ext>
              <a:ext uri="{C183D7F6-B498-43B3-948B-1728B52AA6E4}">
                <adec:decorative xmlns:adec="http://schemas.microsoft.com/office/drawing/2017/decorative" val="1"/>
              </a:ext>
            </a:extLst>
          </p:cNvPr>
          <p:cNvSpPr/>
          <p:nvPr userDrawn="1"/>
        </p:nvSpPr>
        <p:spPr>
          <a:xfrm>
            <a:off x="0" y="6100594"/>
            <a:ext cx="821978"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 name="Rektangel 17">
            <a:extLst>
              <a:ext uri="{FF2B5EF4-FFF2-40B4-BE49-F238E27FC236}">
                <a16:creationId xmlns:a16="http://schemas.microsoft.com/office/drawing/2014/main" id="{AA9BB266-A235-8F90-0EBC-22F41A3CAB38}"/>
              </a:ext>
              <a:ext uri="{C183D7F6-B498-43B3-948B-1728B52AA6E4}">
                <adec:decorative xmlns:adec="http://schemas.microsoft.com/office/drawing/2017/decorative" val="1"/>
              </a:ext>
            </a:extLst>
          </p:cNvPr>
          <p:cNvSpPr/>
          <p:nvPr userDrawn="1"/>
        </p:nvSpPr>
        <p:spPr>
          <a:xfrm>
            <a:off x="4400550" y="6100593"/>
            <a:ext cx="1636714"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ktangel 18">
            <a:extLst>
              <a:ext uri="{FF2B5EF4-FFF2-40B4-BE49-F238E27FC236}">
                <a16:creationId xmlns:a16="http://schemas.microsoft.com/office/drawing/2014/main" id="{EAFE1544-97E9-2958-759B-5A707567EAD8}"/>
              </a:ext>
              <a:ext uri="{C183D7F6-B498-43B3-948B-1728B52AA6E4}">
                <adec:decorative xmlns:adec="http://schemas.microsoft.com/office/drawing/2017/decorative" val="1"/>
              </a:ext>
            </a:extLst>
          </p:cNvPr>
          <p:cNvSpPr/>
          <p:nvPr userDrawn="1"/>
        </p:nvSpPr>
        <p:spPr>
          <a:xfrm>
            <a:off x="6138862" y="6100594"/>
            <a:ext cx="1641475"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Rektangel 19">
            <a:extLst>
              <a:ext uri="{FF2B5EF4-FFF2-40B4-BE49-F238E27FC236}">
                <a16:creationId xmlns:a16="http://schemas.microsoft.com/office/drawing/2014/main" id="{16A6BDD2-746D-61A3-87F2-346E597173D1}"/>
              </a:ext>
              <a:ext uri="{C183D7F6-B498-43B3-948B-1728B52AA6E4}">
                <adec:decorative xmlns:adec="http://schemas.microsoft.com/office/drawing/2017/decorative" val="1"/>
              </a:ext>
            </a:extLst>
          </p:cNvPr>
          <p:cNvSpPr/>
          <p:nvPr userDrawn="1"/>
        </p:nvSpPr>
        <p:spPr>
          <a:xfrm>
            <a:off x="7881938" y="6100593"/>
            <a:ext cx="3381485" cy="757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2" name="Platshållare för text 14">
            <a:extLst>
              <a:ext uri="{FF2B5EF4-FFF2-40B4-BE49-F238E27FC236}">
                <a16:creationId xmlns:a16="http://schemas.microsoft.com/office/drawing/2014/main" id="{A6211768-5615-A09D-F491-ED85EB163868}"/>
              </a:ext>
            </a:extLst>
          </p:cNvPr>
          <p:cNvSpPr>
            <a:spLocks noGrp="1"/>
          </p:cNvSpPr>
          <p:nvPr>
            <p:ph type="body" sz="quarter" idx="14" hasCustomPrompt="1"/>
          </p:nvPr>
        </p:nvSpPr>
        <p:spPr>
          <a:xfrm>
            <a:off x="822325" y="266902"/>
            <a:ext cx="6785208" cy="406367"/>
          </a:xfrm>
        </p:spPr>
        <p:txBody>
          <a:bodyPr/>
          <a:lstStyle>
            <a:lvl1pPr marL="0" indent="0">
              <a:buFontTx/>
              <a:buNone/>
              <a:defRPr sz="1200"/>
            </a:lvl1pPr>
            <a:lvl2pPr marL="257175" indent="0">
              <a:buFontTx/>
              <a:buNone/>
              <a:defRPr sz="1200"/>
            </a:lvl2pPr>
            <a:lvl3pPr marL="490538" indent="0">
              <a:buFontTx/>
              <a:buNone/>
              <a:defRPr sz="1100"/>
            </a:lvl3pPr>
            <a:lvl4pPr marL="695325" indent="0">
              <a:buFontTx/>
              <a:buNone/>
              <a:defRPr sz="1050"/>
            </a:lvl4pPr>
            <a:lvl5pPr marL="893763" indent="0">
              <a:buFontTx/>
              <a:buNone/>
              <a:defRPr sz="1000"/>
            </a:lvl5pPr>
          </a:lstStyle>
          <a:p>
            <a:pPr marL="0" marR="0" lvl="0" indent="0" algn="l" defTabSz="914400" rtl="0" eaLnBrk="1" fontAlgn="auto" latinLnBrk="0" hangingPunct="1">
              <a:lnSpc>
                <a:spcPct val="120000"/>
              </a:lnSpc>
              <a:spcBef>
                <a:spcPts val="300"/>
              </a:spcBef>
              <a:spcAft>
                <a:spcPts val="0"/>
              </a:spcAft>
              <a:buClrTx/>
              <a:buSzTx/>
              <a:buFontTx/>
              <a:buNone/>
              <a:tabLst/>
              <a:defRPr/>
            </a:pPr>
            <a:r>
              <a:rPr lang="sv-SE" dirty="0"/>
              <a:t>Presentationens namn / DATUM 20ÅR</a:t>
            </a:r>
          </a:p>
          <a:p>
            <a:pPr lvl="0"/>
            <a:endParaRPr lang="sv-SE" dirty="0"/>
          </a:p>
        </p:txBody>
      </p:sp>
      <p:sp>
        <p:nvSpPr>
          <p:cNvPr id="23" name="Platshållare för rubrik 1">
            <a:extLst>
              <a:ext uri="{FF2B5EF4-FFF2-40B4-BE49-F238E27FC236}">
                <a16:creationId xmlns:a16="http://schemas.microsoft.com/office/drawing/2014/main" id="{37513542-D801-7B01-8813-8D448AF98B41}"/>
              </a:ext>
            </a:extLst>
          </p:cNvPr>
          <p:cNvSpPr>
            <a:spLocks noGrp="1"/>
          </p:cNvSpPr>
          <p:nvPr>
            <p:ph type="title"/>
          </p:nvPr>
        </p:nvSpPr>
        <p:spPr>
          <a:xfrm>
            <a:off x="823117" y="876301"/>
            <a:ext cx="10537200" cy="650496"/>
          </a:xfrm>
          <a:prstGeom prst="rect">
            <a:avLst/>
          </a:prstGeom>
        </p:spPr>
        <p:txBody>
          <a:bodyPr vert="horz" lIns="91440" tIns="45720" rIns="91440" bIns="45720" rtlCol="0" anchor="t" anchorCtr="0">
            <a:noAutofit/>
          </a:bodyPr>
          <a:lstStyle/>
          <a:p>
            <a:r>
              <a:rPr lang="sv-SE"/>
              <a:t>Klicka här för att ändra mall för rubrikformat</a:t>
            </a:r>
            <a:endParaRPr lang="sv-SE" dirty="0"/>
          </a:p>
        </p:txBody>
      </p:sp>
      <p:pic>
        <p:nvPicPr>
          <p:cNvPr id="3" name="Bildobjekt 2">
            <a:extLst>
              <a:ext uri="{FF2B5EF4-FFF2-40B4-BE49-F238E27FC236}">
                <a16:creationId xmlns:a16="http://schemas.microsoft.com/office/drawing/2014/main" id="{EBFFCE8B-7FA5-D073-40FA-B452D82D94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7876" y="6162181"/>
            <a:ext cx="1849608" cy="634227"/>
          </a:xfrm>
          <a:prstGeom prst="rect">
            <a:avLst/>
          </a:prstGeom>
        </p:spPr>
      </p:pic>
    </p:spTree>
    <p:extLst>
      <p:ext uri="{BB962C8B-B14F-4D97-AF65-F5344CB8AC3E}">
        <p14:creationId xmlns:p14="http://schemas.microsoft.com/office/powerpoint/2010/main" val="1647213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B) Textsida">
    <p:spTree>
      <p:nvGrpSpPr>
        <p:cNvPr id="1" name=""/>
        <p:cNvGrpSpPr/>
        <p:nvPr/>
      </p:nvGrpSpPr>
      <p:grpSpPr>
        <a:xfrm>
          <a:off x="0" y="0"/>
          <a:ext cx="0" cy="0"/>
          <a:chOff x="0" y="0"/>
          <a:chExt cx="0" cy="0"/>
        </a:xfrm>
      </p:grpSpPr>
      <p:sp>
        <p:nvSpPr>
          <p:cNvPr id="2" name="Platshållare för bildnummer 2">
            <a:extLst>
              <a:ext uri="{FF2B5EF4-FFF2-40B4-BE49-F238E27FC236}">
                <a16:creationId xmlns:a16="http://schemas.microsoft.com/office/drawing/2014/main" id="{70869E41-CDEE-3DB9-32BF-510EA17CBF03}"/>
              </a:ext>
            </a:extLst>
          </p:cNvPr>
          <p:cNvSpPr>
            <a:spLocks noGrp="1"/>
          </p:cNvSpPr>
          <p:nvPr>
            <p:ph type="sldNum" sz="quarter" idx="10"/>
          </p:nvPr>
        </p:nvSpPr>
        <p:spPr>
          <a:xfrm>
            <a:off x="106326" y="6370526"/>
            <a:ext cx="501502" cy="365125"/>
          </a:xfrm>
        </p:spPr>
        <p:txBody>
          <a:bodyPr/>
          <a:lstStyle/>
          <a:p>
            <a:fld id="{1998DE93-7944-4E79-AD72-DA1F1D1A6E79}" type="slidenum">
              <a:rPr lang="sv-SE" smtClean="0"/>
              <a:pPr/>
              <a:t>‹#›</a:t>
            </a:fld>
            <a:endParaRPr lang="sv-SE"/>
          </a:p>
        </p:txBody>
      </p:sp>
      <p:sp>
        <p:nvSpPr>
          <p:cNvPr id="4" name="Platshållare för innehåll 2">
            <a:extLst>
              <a:ext uri="{FF2B5EF4-FFF2-40B4-BE49-F238E27FC236}">
                <a16:creationId xmlns:a16="http://schemas.microsoft.com/office/drawing/2014/main" id="{A8D064D4-CAE9-9662-F856-DEC651A62835}"/>
              </a:ext>
            </a:extLst>
          </p:cNvPr>
          <p:cNvSpPr>
            <a:spLocks noGrp="1"/>
          </p:cNvSpPr>
          <p:nvPr>
            <p:ph idx="1"/>
          </p:nvPr>
        </p:nvSpPr>
        <p:spPr>
          <a:xfrm>
            <a:off x="824400" y="2401200"/>
            <a:ext cx="10440000" cy="3600000"/>
          </a:xfrm>
        </p:spPr>
        <p:txBody>
          <a:bodyPr/>
          <a:lstStyle>
            <a:lvl1pPr>
              <a:lnSpc>
                <a:spcPct val="110000"/>
              </a:lnSpc>
              <a:spcBef>
                <a:spcPts val="600"/>
              </a:spcBef>
              <a:defRPr/>
            </a:lvl1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4" name="Rektangel 13">
            <a:extLst>
              <a:ext uri="{FF2B5EF4-FFF2-40B4-BE49-F238E27FC236}">
                <a16:creationId xmlns:a16="http://schemas.microsoft.com/office/drawing/2014/main" id="{3D29898E-F54A-FA7A-CA43-1CB7A21D559E}"/>
              </a:ext>
              <a:ext uri="{C183D7F6-B498-43B3-948B-1728B52AA6E4}">
                <adec:decorative xmlns:adec="http://schemas.microsoft.com/office/drawing/2017/decorative" val="1"/>
              </a:ext>
            </a:extLst>
          </p:cNvPr>
          <p:cNvSpPr/>
          <p:nvPr userDrawn="1"/>
        </p:nvSpPr>
        <p:spPr>
          <a:xfrm>
            <a:off x="928577" y="6100594"/>
            <a:ext cx="3370373"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Rektangel 14">
            <a:extLst>
              <a:ext uri="{FF2B5EF4-FFF2-40B4-BE49-F238E27FC236}">
                <a16:creationId xmlns:a16="http://schemas.microsoft.com/office/drawing/2014/main" id="{BD78945D-658B-0AAA-FC54-0370AB3E6635}"/>
              </a:ext>
              <a:ext uri="{C183D7F6-B498-43B3-948B-1728B52AA6E4}">
                <adec:decorative xmlns:adec="http://schemas.microsoft.com/office/drawing/2017/decorative" val="1"/>
              </a:ext>
            </a:extLst>
          </p:cNvPr>
          <p:cNvSpPr/>
          <p:nvPr userDrawn="1"/>
        </p:nvSpPr>
        <p:spPr>
          <a:xfrm>
            <a:off x="0" y="6100594"/>
            <a:ext cx="821978"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Rektangel 15">
            <a:extLst>
              <a:ext uri="{FF2B5EF4-FFF2-40B4-BE49-F238E27FC236}">
                <a16:creationId xmlns:a16="http://schemas.microsoft.com/office/drawing/2014/main" id="{2F6D25E3-6F9E-41BF-AEFD-1C19EA151398}"/>
              </a:ext>
              <a:ext uri="{C183D7F6-B498-43B3-948B-1728B52AA6E4}">
                <adec:decorative xmlns:adec="http://schemas.microsoft.com/office/drawing/2017/decorative" val="1"/>
              </a:ext>
            </a:extLst>
          </p:cNvPr>
          <p:cNvSpPr/>
          <p:nvPr userDrawn="1"/>
        </p:nvSpPr>
        <p:spPr>
          <a:xfrm>
            <a:off x="4400550" y="6100593"/>
            <a:ext cx="1636714"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Rektangel 16">
            <a:extLst>
              <a:ext uri="{FF2B5EF4-FFF2-40B4-BE49-F238E27FC236}">
                <a16:creationId xmlns:a16="http://schemas.microsoft.com/office/drawing/2014/main" id="{7AC47C67-AC2F-476B-86BF-676298EDFACE}"/>
              </a:ext>
              <a:ext uri="{C183D7F6-B498-43B3-948B-1728B52AA6E4}">
                <adec:decorative xmlns:adec="http://schemas.microsoft.com/office/drawing/2017/decorative" val="1"/>
              </a:ext>
            </a:extLst>
          </p:cNvPr>
          <p:cNvSpPr/>
          <p:nvPr userDrawn="1"/>
        </p:nvSpPr>
        <p:spPr>
          <a:xfrm>
            <a:off x="6138862" y="6100594"/>
            <a:ext cx="1641475"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 name="Rektangel 17">
            <a:extLst>
              <a:ext uri="{FF2B5EF4-FFF2-40B4-BE49-F238E27FC236}">
                <a16:creationId xmlns:a16="http://schemas.microsoft.com/office/drawing/2014/main" id="{1382C4EB-A603-95C4-D6A7-C5FB5F403F50}"/>
              </a:ext>
              <a:ext uri="{C183D7F6-B498-43B3-948B-1728B52AA6E4}">
                <adec:decorative xmlns:adec="http://schemas.microsoft.com/office/drawing/2017/decorative" val="1"/>
              </a:ext>
            </a:extLst>
          </p:cNvPr>
          <p:cNvSpPr/>
          <p:nvPr userDrawn="1"/>
        </p:nvSpPr>
        <p:spPr>
          <a:xfrm>
            <a:off x="7881938" y="6100593"/>
            <a:ext cx="3381485" cy="757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Platshållare för text 14">
            <a:extLst>
              <a:ext uri="{FF2B5EF4-FFF2-40B4-BE49-F238E27FC236}">
                <a16:creationId xmlns:a16="http://schemas.microsoft.com/office/drawing/2014/main" id="{6E9F7A75-9D66-8398-0A2F-B8C91ED4F9F3}"/>
              </a:ext>
            </a:extLst>
          </p:cNvPr>
          <p:cNvSpPr>
            <a:spLocks noGrp="1"/>
          </p:cNvSpPr>
          <p:nvPr>
            <p:ph type="body" sz="quarter" idx="14" hasCustomPrompt="1"/>
          </p:nvPr>
        </p:nvSpPr>
        <p:spPr>
          <a:xfrm>
            <a:off x="822325" y="266902"/>
            <a:ext cx="6785208" cy="406367"/>
          </a:xfrm>
        </p:spPr>
        <p:txBody>
          <a:bodyPr/>
          <a:lstStyle>
            <a:lvl1pPr marL="0" indent="0">
              <a:buFontTx/>
              <a:buNone/>
              <a:defRPr sz="1200"/>
            </a:lvl1pPr>
            <a:lvl2pPr marL="257175" indent="0">
              <a:buFontTx/>
              <a:buNone/>
              <a:defRPr sz="1200"/>
            </a:lvl2pPr>
            <a:lvl3pPr marL="490538" indent="0">
              <a:buFontTx/>
              <a:buNone/>
              <a:defRPr sz="1100"/>
            </a:lvl3pPr>
            <a:lvl4pPr marL="695325" indent="0">
              <a:buFontTx/>
              <a:buNone/>
              <a:defRPr sz="1050"/>
            </a:lvl4pPr>
            <a:lvl5pPr marL="893763" indent="0">
              <a:buFontTx/>
              <a:buNone/>
              <a:defRPr sz="1000"/>
            </a:lvl5pPr>
          </a:lstStyle>
          <a:p>
            <a:pPr marL="0" marR="0" lvl="0" indent="0" algn="l" defTabSz="914400" rtl="0" eaLnBrk="1" fontAlgn="auto" latinLnBrk="0" hangingPunct="1">
              <a:lnSpc>
                <a:spcPct val="120000"/>
              </a:lnSpc>
              <a:spcBef>
                <a:spcPts val="300"/>
              </a:spcBef>
              <a:spcAft>
                <a:spcPts val="0"/>
              </a:spcAft>
              <a:buClrTx/>
              <a:buSzTx/>
              <a:buFontTx/>
              <a:buNone/>
              <a:tabLst/>
              <a:defRPr/>
            </a:pPr>
            <a:r>
              <a:rPr lang="sv-SE" dirty="0"/>
              <a:t>Presentationens namn / DATUM 20ÅR</a:t>
            </a:r>
          </a:p>
          <a:p>
            <a:pPr lvl="0"/>
            <a:endParaRPr lang="sv-SE" dirty="0"/>
          </a:p>
        </p:txBody>
      </p:sp>
      <p:sp>
        <p:nvSpPr>
          <p:cNvPr id="21" name="Platshållare för rubrik 1">
            <a:extLst>
              <a:ext uri="{FF2B5EF4-FFF2-40B4-BE49-F238E27FC236}">
                <a16:creationId xmlns:a16="http://schemas.microsoft.com/office/drawing/2014/main" id="{1A966598-FDAA-5FD2-8D8A-507B26800CCD}"/>
              </a:ext>
            </a:extLst>
          </p:cNvPr>
          <p:cNvSpPr>
            <a:spLocks noGrp="1"/>
          </p:cNvSpPr>
          <p:nvPr>
            <p:ph type="title"/>
          </p:nvPr>
        </p:nvSpPr>
        <p:spPr>
          <a:xfrm>
            <a:off x="823118" y="876300"/>
            <a:ext cx="10440000" cy="1404000"/>
          </a:xfrm>
          <a:prstGeom prst="rect">
            <a:avLst/>
          </a:prstGeom>
        </p:spPr>
        <p:txBody>
          <a:bodyPr vert="horz" lIns="91440" tIns="45720" rIns="91440" bIns="45720" rtlCol="0" anchor="t" anchorCtr="0">
            <a:noAutofit/>
          </a:bodyPr>
          <a:lstStyle/>
          <a:p>
            <a:r>
              <a:rPr lang="sv-SE"/>
              <a:t>Klicka här för att ändra mall för rubrikformat</a:t>
            </a:r>
            <a:endParaRPr lang="sv-SE" dirty="0"/>
          </a:p>
        </p:txBody>
      </p:sp>
      <p:pic>
        <p:nvPicPr>
          <p:cNvPr id="3" name="Bildobjekt 2">
            <a:extLst>
              <a:ext uri="{FF2B5EF4-FFF2-40B4-BE49-F238E27FC236}">
                <a16:creationId xmlns:a16="http://schemas.microsoft.com/office/drawing/2014/main" id="{B1CEBF0E-649F-3524-5E04-58910D56B3B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7876" y="6162181"/>
            <a:ext cx="1849608" cy="634227"/>
          </a:xfrm>
          <a:prstGeom prst="rect">
            <a:avLst/>
          </a:prstGeom>
        </p:spPr>
      </p:pic>
    </p:spTree>
    <p:extLst>
      <p:ext uri="{BB962C8B-B14F-4D97-AF65-F5344CB8AC3E}">
        <p14:creationId xmlns:p14="http://schemas.microsoft.com/office/powerpoint/2010/main" val="2493912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 Textsida stående bild">
    <p:spTree>
      <p:nvGrpSpPr>
        <p:cNvPr id="1" name=""/>
        <p:cNvGrpSpPr/>
        <p:nvPr/>
      </p:nvGrpSpPr>
      <p:grpSpPr>
        <a:xfrm>
          <a:off x="0" y="0"/>
          <a:ext cx="0" cy="0"/>
          <a:chOff x="0" y="0"/>
          <a:chExt cx="0" cy="0"/>
        </a:xfrm>
      </p:grpSpPr>
      <p:sp>
        <p:nvSpPr>
          <p:cNvPr id="2" name="Platshållare för bildnummer 2">
            <a:extLst>
              <a:ext uri="{FF2B5EF4-FFF2-40B4-BE49-F238E27FC236}">
                <a16:creationId xmlns:a16="http://schemas.microsoft.com/office/drawing/2014/main" id="{3A0DB6FC-5DAD-45C2-67A3-7A65DCCF8A50}"/>
              </a:ext>
            </a:extLst>
          </p:cNvPr>
          <p:cNvSpPr>
            <a:spLocks noGrp="1"/>
          </p:cNvSpPr>
          <p:nvPr>
            <p:ph type="sldNum" sz="quarter" idx="10"/>
          </p:nvPr>
        </p:nvSpPr>
        <p:spPr>
          <a:xfrm>
            <a:off x="106326" y="6370526"/>
            <a:ext cx="501502" cy="365125"/>
          </a:xfrm>
        </p:spPr>
        <p:txBody>
          <a:bodyPr/>
          <a:lstStyle/>
          <a:p>
            <a:fld id="{1998DE93-7944-4E79-AD72-DA1F1D1A6E79}" type="slidenum">
              <a:rPr lang="sv-SE" smtClean="0"/>
              <a:pPr/>
              <a:t>‹#›</a:t>
            </a:fld>
            <a:endParaRPr lang="sv-SE"/>
          </a:p>
        </p:txBody>
      </p:sp>
      <p:sp>
        <p:nvSpPr>
          <p:cNvPr id="4" name="Platshållare för innehåll 2">
            <a:extLst>
              <a:ext uri="{FF2B5EF4-FFF2-40B4-BE49-F238E27FC236}">
                <a16:creationId xmlns:a16="http://schemas.microsoft.com/office/drawing/2014/main" id="{43FA7A77-9852-872D-2E21-1C1F410E5B6A}"/>
              </a:ext>
            </a:extLst>
          </p:cNvPr>
          <p:cNvSpPr>
            <a:spLocks noGrp="1"/>
          </p:cNvSpPr>
          <p:nvPr>
            <p:ph idx="1"/>
          </p:nvPr>
        </p:nvSpPr>
        <p:spPr>
          <a:xfrm>
            <a:off x="824400" y="2401200"/>
            <a:ext cx="6954837" cy="3600000"/>
          </a:xfrm>
        </p:spPr>
        <p:txBody>
          <a:bodyPr>
            <a:noAutofit/>
          </a:bodyPr>
          <a:lstStyle>
            <a:lvl1pPr>
              <a:lnSpc>
                <a:spcPct val="110000"/>
              </a:lnSpc>
              <a:spcBef>
                <a:spcPts val="600"/>
              </a:spcBef>
              <a:defRPr/>
            </a:lvl1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5" name="Platshållare för bild 8">
            <a:extLst>
              <a:ext uri="{FF2B5EF4-FFF2-40B4-BE49-F238E27FC236}">
                <a16:creationId xmlns:a16="http://schemas.microsoft.com/office/drawing/2014/main" id="{D1DAFDDD-933A-3DE6-38D7-52A472087691}"/>
              </a:ext>
            </a:extLst>
          </p:cNvPr>
          <p:cNvSpPr>
            <a:spLocks noGrp="1"/>
          </p:cNvSpPr>
          <p:nvPr>
            <p:ph type="pic" sz="quarter" idx="15"/>
          </p:nvPr>
        </p:nvSpPr>
        <p:spPr>
          <a:xfrm>
            <a:off x="7881938" y="879475"/>
            <a:ext cx="3375025" cy="5114925"/>
          </a:xfrm>
        </p:spPr>
        <p:txBody>
          <a:bodyPr/>
          <a:lstStyle/>
          <a:p>
            <a:r>
              <a:rPr lang="sv-SE"/>
              <a:t>Klicka på ikonen för att lägga till en bild</a:t>
            </a:r>
          </a:p>
        </p:txBody>
      </p:sp>
      <p:sp>
        <p:nvSpPr>
          <p:cNvPr id="16" name="Rektangel 15">
            <a:extLst>
              <a:ext uri="{FF2B5EF4-FFF2-40B4-BE49-F238E27FC236}">
                <a16:creationId xmlns:a16="http://schemas.microsoft.com/office/drawing/2014/main" id="{F656EF47-088E-AFA6-5DBB-CC0294267A47}"/>
              </a:ext>
              <a:ext uri="{C183D7F6-B498-43B3-948B-1728B52AA6E4}">
                <adec:decorative xmlns:adec="http://schemas.microsoft.com/office/drawing/2017/decorative" val="1"/>
              </a:ext>
            </a:extLst>
          </p:cNvPr>
          <p:cNvSpPr/>
          <p:nvPr userDrawn="1"/>
        </p:nvSpPr>
        <p:spPr>
          <a:xfrm>
            <a:off x="928577" y="6100594"/>
            <a:ext cx="3370373"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Rektangel 16">
            <a:extLst>
              <a:ext uri="{FF2B5EF4-FFF2-40B4-BE49-F238E27FC236}">
                <a16:creationId xmlns:a16="http://schemas.microsoft.com/office/drawing/2014/main" id="{7A1151E8-A498-C4DD-D60A-1CA9CA6A25F9}"/>
              </a:ext>
              <a:ext uri="{C183D7F6-B498-43B3-948B-1728B52AA6E4}">
                <adec:decorative xmlns:adec="http://schemas.microsoft.com/office/drawing/2017/decorative" val="1"/>
              </a:ext>
            </a:extLst>
          </p:cNvPr>
          <p:cNvSpPr/>
          <p:nvPr userDrawn="1"/>
        </p:nvSpPr>
        <p:spPr>
          <a:xfrm>
            <a:off x="0" y="6100594"/>
            <a:ext cx="821978"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 name="Rektangel 17">
            <a:extLst>
              <a:ext uri="{FF2B5EF4-FFF2-40B4-BE49-F238E27FC236}">
                <a16:creationId xmlns:a16="http://schemas.microsoft.com/office/drawing/2014/main" id="{4FF27ECA-A490-43F2-CA4B-100033B8F54B}"/>
              </a:ext>
              <a:ext uri="{C183D7F6-B498-43B3-948B-1728B52AA6E4}">
                <adec:decorative xmlns:adec="http://schemas.microsoft.com/office/drawing/2017/decorative" val="1"/>
              </a:ext>
            </a:extLst>
          </p:cNvPr>
          <p:cNvSpPr/>
          <p:nvPr userDrawn="1"/>
        </p:nvSpPr>
        <p:spPr>
          <a:xfrm>
            <a:off x="4400550" y="6100593"/>
            <a:ext cx="1636714"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ktangel 18">
            <a:extLst>
              <a:ext uri="{FF2B5EF4-FFF2-40B4-BE49-F238E27FC236}">
                <a16:creationId xmlns:a16="http://schemas.microsoft.com/office/drawing/2014/main" id="{8EE1A7DD-EB84-E5CA-794A-9A39D90D3E62}"/>
              </a:ext>
              <a:ext uri="{C183D7F6-B498-43B3-948B-1728B52AA6E4}">
                <adec:decorative xmlns:adec="http://schemas.microsoft.com/office/drawing/2017/decorative" val="1"/>
              </a:ext>
            </a:extLst>
          </p:cNvPr>
          <p:cNvSpPr/>
          <p:nvPr userDrawn="1"/>
        </p:nvSpPr>
        <p:spPr>
          <a:xfrm>
            <a:off x="6138862" y="6100594"/>
            <a:ext cx="1641475"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Rektangel 19">
            <a:extLst>
              <a:ext uri="{FF2B5EF4-FFF2-40B4-BE49-F238E27FC236}">
                <a16:creationId xmlns:a16="http://schemas.microsoft.com/office/drawing/2014/main" id="{B4D63589-5D60-4590-ACE3-E79EBCE21850}"/>
              </a:ext>
              <a:ext uri="{C183D7F6-B498-43B3-948B-1728B52AA6E4}">
                <adec:decorative xmlns:adec="http://schemas.microsoft.com/office/drawing/2017/decorative" val="1"/>
              </a:ext>
            </a:extLst>
          </p:cNvPr>
          <p:cNvSpPr/>
          <p:nvPr userDrawn="1"/>
        </p:nvSpPr>
        <p:spPr>
          <a:xfrm>
            <a:off x="7881938" y="6100593"/>
            <a:ext cx="3381485" cy="757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2" name="Platshållare för text 14">
            <a:extLst>
              <a:ext uri="{FF2B5EF4-FFF2-40B4-BE49-F238E27FC236}">
                <a16:creationId xmlns:a16="http://schemas.microsoft.com/office/drawing/2014/main" id="{5B75B37A-CCF0-6D8B-9143-17F1E0588EEB}"/>
              </a:ext>
            </a:extLst>
          </p:cNvPr>
          <p:cNvSpPr>
            <a:spLocks noGrp="1"/>
          </p:cNvSpPr>
          <p:nvPr>
            <p:ph type="body" sz="quarter" idx="14" hasCustomPrompt="1"/>
          </p:nvPr>
        </p:nvSpPr>
        <p:spPr>
          <a:xfrm>
            <a:off x="822325" y="266902"/>
            <a:ext cx="6785208" cy="406367"/>
          </a:xfrm>
        </p:spPr>
        <p:txBody>
          <a:bodyPr/>
          <a:lstStyle>
            <a:lvl1pPr marL="0" indent="0">
              <a:buFontTx/>
              <a:buNone/>
              <a:defRPr sz="1200"/>
            </a:lvl1pPr>
            <a:lvl2pPr marL="257175" indent="0">
              <a:buFontTx/>
              <a:buNone/>
              <a:defRPr sz="1200"/>
            </a:lvl2pPr>
            <a:lvl3pPr marL="490538" indent="0">
              <a:buFontTx/>
              <a:buNone/>
              <a:defRPr sz="1100"/>
            </a:lvl3pPr>
            <a:lvl4pPr marL="695325" indent="0">
              <a:buFontTx/>
              <a:buNone/>
              <a:defRPr sz="1050"/>
            </a:lvl4pPr>
            <a:lvl5pPr marL="893763" indent="0">
              <a:buFontTx/>
              <a:buNone/>
              <a:defRPr sz="1000"/>
            </a:lvl5pPr>
          </a:lstStyle>
          <a:p>
            <a:pPr marL="0" marR="0" lvl="0" indent="0" algn="l" defTabSz="914400" rtl="0" eaLnBrk="1" fontAlgn="auto" latinLnBrk="0" hangingPunct="1">
              <a:lnSpc>
                <a:spcPct val="120000"/>
              </a:lnSpc>
              <a:spcBef>
                <a:spcPts val="300"/>
              </a:spcBef>
              <a:spcAft>
                <a:spcPts val="0"/>
              </a:spcAft>
              <a:buClrTx/>
              <a:buSzTx/>
              <a:buFontTx/>
              <a:buNone/>
              <a:tabLst/>
              <a:defRPr/>
            </a:pPr>
            <a:r>
              <a:rPr lang="sv-SE" dirty="0"/>
              <a:t>Presentationens namn / DATUM 20ÅR</a:t>
            </a:r>
          </a:p>
          <a:p>
            <a:pPr lvl="0"/>
            <a:endParaRPr lang="sv-SE" dirty="0"/>
          </a:p>
        </p:txBody>
      </p:sp>
      <p:sp>
        <p:nvSpPr>
          <p:cNvPr id="23" name="Platshållare för rubrik 1">
            <a:extLst>
              <a:ext uri="{FF2B5EF4-FFF2-40B4-BE49-F238E27FC236}">
                <a16:creationId xmlns:a16="http://schemas.microsoft.com/office/drawing/2014/main" id="{6FC914CC-642F-4E08-AE57-B0567B96D52E}"/>
              </a:ext>
            </a:extLst>
          </p:cNvPr>
          <p:cNvSpPr>
            <a:spLocks noGrp="1"/>
          </p:cNvSpPr>
          <p:nvPr>
            <p:ph type="title"/>
          </p:nvPr>
        </p:nvSpPr>
        <p:spPr>
          <a:xfrm>
            <a:off x="823118" y="876300"/>
            <a:ext cx="6954045" cy="1404000"/>
          </a:xfrm>
          <a:prstGeom prst="rect">
            <a:avLst/>
          </a:prstGeom>
        </p:spPr>
        <p:txBody>
          <a:bodyPr vert="horz" lIns="91440" tIns="45720" rIns="91440" bIns="45720" rtlCol="0" anchor="t" anchorCtr="0">
            <a:noAutofit/>
          </a:bodyPr>
          <a:lstStyle/>
          <a:p>
            <a:r>
              <a:rPr lang="sv-SE"/>
              <a:t>Klicka här för att ändra mall för rubrikformat</a:t>
            </a:r>
            <a:endParaRPr lang="sv-SE" dirty="0"/>
          </a:p>
        </p:txBody>
      </p:sp>
      <p:pic>
        <p:nvPicPr>
          <p:cNvPr id="3" name="Bildobjekt 2">
            <a:extLst>
              <a:ext uri="{FF2B5EF4-FFF2-40B4-BE49-F238E27FC236}">
                <a16:creationId xmlns:a16="http://schemas.microsoft.com/office/drawing/2014/main" id="{40C68043-8B1F-478F-3A37-E8460BF092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7876" y="6162181"/>
            <a:ext cx="1849608" cy="634227"/>
          </a:xfrm>
          <a:prstGeom prst="rect">
            <a:avLst/>
          </a:prstGeom>
        </p:spPr>
      </p:pic>
    </p:spTree>
    <p:extLst>
      <p:ext uri="{BB962C8B-B14F-4D97-AF65-F5344CB8AC3E}">
        <p14:creationId xmlns:p14="http://schemas.microsoft.com/office/powerpoint/2010/main" val="1722979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D) Textsida kvadratisk bild">
    <p:spTree>
      <p:nvGrpSpPr>
        <p:cNvPr id="1" name=""/>
        <p:cNvGrpSpPr/>
        <p:nvPr/>
      </p:nvGrpSpPr>
      <p:grpSpPr>
        <a:xfrm>
          <a:off x="0" y="0"/>
          <a:ext cx="0" cy="0"/>
          <a:chOff x="0" y="0"/>
          <a:chExt cx="0" cy="0"/>
        </a:xfrm>
      </p:grpSpPr>
      <p:sp>
        <p:nvSpPr>
          <p:cNvPr id="2" name="Platshållare för bildnummer 2">
            <a:extLst>
              <a:ext uri="{FF2B5EF4-FFF2-40B4-BE49-F238E27FC236}">
                <a16:creationId xmlns:a16="http://schemas.microsoft.com/office/drawing/2014/main" id="{5068C937-52B2-9BB2-3D69-EFB0342AFD71}"/>
              </a:ext>
            </a:extLst>
          </p:cNvPr>
          <p:cNvSpPr>
            <a:spLocks noGrp="1"/>
          </p:cNvSpPr>
          <p:nvPr>
            <p:ph type="sldNum" sz="quarter" idx="10"/>
          </p:nvPr>
        </p:nvSpPr>
        <p:spPr>
          <a:xfrm>
            <a:off x="106326" y="6370526"/>
            <a:ext cx="501502" cy="365125"/>
          </a:xfrm>
        </p:spPr>
        <p:txBody>
          <a:bodyPr/>
          <a:lstStyle/>
          <a:p>
            <a:fld id="{1998DE93-7944-4E79-AD72-DA1F1D1A6E79}" type="slidenum">
              <a:rPr lang="sv-SE" smtClean="0"/>
              <a:pPr/>
              <a:t>‹#›</a:t>
            </a:fld>
            <a:endParaRPr lang="sv-SE"/>
          </a:p>
        </p:txBody>
      </p:sp>
      <p:sp>
        <p:nvSpPr>
          <p:cNvPr id="4" name="Platshållare för innehåll 2">
            <a:extLst>
              <a:ext uri="{FF2B5EF4-FFF2-40B4-BE49-F238E27FC236}">
                <a16:creationId xmlns:a16="http://schemas.microsoft.com/office/drawing/2014/main" id="{557D487A-4BE9-F3AD-1D95-3E1D7317C195}"/>
              </a:ext>
            </a:extLst>
          </p:cNvPr>
          <p:cNvSpPr>
            <a:spLocks noGrp="1"/>
          </p:cNvSpPr>
          <p:nvPr>
            <p:ph idx="1"/>
          </p:nvPr>
        </p:nvSpPr>
        <p:spPr>
          <a:xfrm>
            <a:off x="824400" y="2401200"/>
            <a:ext cx="5214938" cy="3600000"/>
          </a:xfrm>
        </p:spPr>
        <p:txBody>
          <a:bodyPr/>
          <a:lstStyle>
            <a:lvl1pPr>
              <a:lnSpc>
                <a:spcPct val="110000"/>
              </a:lnSpc>
              <a:spcBef>
                <a:spcPts val="600"/>
              </a:spcBef>
              <a:defRPr/>
            </a:lvl1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5" name="Platshållare för bild 8">
            <a:extLst>
              <a:ext uri="{FF2B5EF4-FFF2-40B4-BE49-F238E27FC236}">
                <a16:creationId xmlns:a16="http://schemas.microsoft.com/office/drawing/2014/main" id="{0990C7AA-D659-023E-B6CB-F89977E57011}"/>
              </a:ext>
            </a:extLst>
          </p:cNvPr>
          <p:cNvSpPr>
            <a:spLocks noGrp="1"/>
          </p:cNvSpPr>
          <p:nvPr>
            <p:ph type="pic" sz="quarter" idx="15"/>
          </p:nvPr>
        </p:nvSpPr>
        <p:spPr>
          <a:xfrm>
            <a:off x="6146800" y="879475"/>
            <a:ext cx="5110163" cy="5114925"/>
          </a:xfrm>
        </p:spPr>
        <p:txBody>
          <a:bodyPr/>
          <a:lstStyle/>
          <a:p>
            <a:r>
              <a:rPr lang="sv-SE"/>
              <a:t>Klicka på ikonen för att lägga till en bild</a:t>
            </a:r>
          </a:p>
        </p:txBody>
      </p:sp>
      <p:sp>
        <p:nvSpPr>
          <p:cNvPr id="16" name="Rektangel 15">
            <a:extLst>
              <a:ext uri="{FF2B5EF4-FFF2-40B4-BE49-F238E27FC236}">
                <a16:creationId xmlns:a16="http://schemas.microsoft.com/office/drawing/2014/main" id="{81A542C3-D2BE-DDA0-B3C8-A1C855CB748A}"/>
              </a:ext>
              <a:ext uri="{C183D7F6-B498-43B3-948B-1728B52AA6E4}">
                <adec:decorative xmlns:adec="http://schemas.microsoft.com/office/drawing/2017/decorative" val="1"/>
              </a:ext>
            </a:extLst>
          </p:cNvPr>
          <p:cNvSpPr/>
          <p:nvPr userDrawn="1"/>
        </p:nvSpPr>
        <p:spPr>
          <a:xfrm>
            <a:off x="928577" y="6100594"/>
            <a:ext cx="3370373"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Rektangel 16">
            <a:extLst>
              <a:ext uri="{FF2B5EF4-FFF2-40B4-BE49-F238E27FC236}">
                <a16:creationId xmlns:a16="http://schemas.microsoft.com/office/drawing/2014/main" id="{EE44BCD8-294C-4E50-893A-B1144AF340B7}"/>
              </a:ext>
              <a:ext uri="{C183D7F6-B498-43B3-948B-1728B52AA6E4}">
                <adec:decorative xmlns:adec="http://schemas.microsoft.com/office/drawing/2017/decorative" val="1"/>
              </a:ext>
            </a:extLst>
          </p:cNvPr>
          <p:cNvSpPr/>
          <p:nvPr userDrawn="1"/>
        </p:nvSpPr>
        <p:spPr>
          <a:xfrm>
            <a:off x="0" y="6100594"/>
            <a:ext cx="821978"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 name="Rektangel 17">
            <a:extLst>
              <a:ext uri="{FF2B5EF4-FFF2-40B4-BE49-F238E27FC236}">
                <a16:creationId xmlns:a16="http://schemas.microsoft.com/office/drawing/2014/main" id="{C25E07AA-3536-A0F7-2748-EDF355DC4B5C}"/>
              </a:ext>
              <a:ext uri="{C183D7F6-B498-43B3-948B-1728B52AA6E4}">
                <adec:decorative xmlns:adec="http://schemas.microsoft.com/office/drawing/2017/decorative" val="1"/>
              </a:ext>
            </a:extLst>
          </p:cNvPr>
          <p:cNvSpPr/>
          <p:nvPr userDrawn="1"/>
        </p:nvSpPr>
        <p:spPr>
          <a:xfrm>
            <a:off x="4400550" y="6100593"/>
            <a:ext cx="1636714"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ktangel 18">
            <a:extLst>
              <a:ext uri="{FF2B5EF4-FFF2-40B4-BE49-F238E27FC236}">
                <a16:creationId xmlns:a16="http://schemas.microsoft.com/office/drawing/2014/main" id="{3BCE0562-D3CD-BB9E-F95E-3B095958ABAB}"/>
              </a:ext>
              <a:ext uri="{C183D7F6-B498-43B3-948B-1728B52AA6E4}">
                <adec:decorative xmlns:adec="http://schemas.microsoft.com/office/drawing/2017/decorative" val="1"/>
              </a:ext>
            </a:extLst>
          </p:cNvPr>
          <p:cNvSpPr/>
          <p:nvPr userDrawn="1"/>
        </p:nvSpPr>
        <p:spPr>
          <a:xfrm>
            <a:off x="6138862" y="6100594"/>
            <a:ext cx="1641475"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Rektangel 19">
            <a:extLst>
              <a:ext uri="{FF2B5EF4-FFF2-40B4-BE49-F238E27FC236}">
                <a16:creationId xmlns:a16="http://schemas.microsoft.com/office/drawing/2014/main" id="{E3C6FBDE-0264-96F2-DF62-8D95F5D5BA95}"/>
              </a:ext>
              <a:ext uri="{C183D7F6-B498-43B3-948B-1728B52AA6E4}">
                <adec:decorative xmlns:adec="http://schemas.microsoft.com/office/drawing/2017/decorative" val="1"/>
              </a:ext>
            </a:extLst>
          </p:cNvPr>
          <p:cNvSpPr/>
          <p:nvPr userDrawn="1"/>
        </p:nvSpPr>
        <p:spPr>
          <a:xfrm>
            <a:off x="7881938" y="6100593"/>
            <a:ext cx="3381485" cy="757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2" name="Platshållare för text 14">
            <a:extLst>
              <a:ext uri="{FF2B5EF4-FFF2-40B4-BE49-F238E27FC236}">
                <a16:creationId xmlns:a16="http://schemas.microsoft.com/office/drawing/2014/main" id="{37470D30-533D-4E2B-D43D-7432FA042718}"/>
              </a:ext>
            </a:extLst>
          </p:cNvPr>
          <p:cNvSpPr>
            <a:spLocks noGrp="1"/>
          </p:cNvSpPr>
          <p:nvPr>
            <p:ph type="body" sz="quarter" idx="14" hasCustomPrompt="1"/>
          </p:nvPr>
        </p:nvSpPr>
        <p:spPr>
          <a:xfrm>
            <a:off x="822325" y="266902"/>
            <a:ext cx="6785208" cy="406367"/>
          </a:xfrm>
        </p:spPr>
        <p:txBody>
          <a:bodyPr/>
          <a:lstStyle>
            <a:lvl1pPr marL="0" indent="0">
              <a:buFontTx/>
              <a:buNone/>
              <a:defRPr sz="1200"/>
            </a:lvl1pPr>
            <a:lvl2pPr marL="257175" indent="0">
              <a:buFontTx/>
              <a:buNone/>
              <a:defRPr sz="1200"/>
            </a:lvl2pPr>
            <a:lvl3pPr marL="490538" indent="0">
              <a:buFontTx/>
              <a:buNone/>
              <a:defRPr sz="1100"/>
            </a:lvl3pPr>
            <a:lvl4pPr marL="695325" indent="0">
              <a:buFontTx/>
              <a:buNone/>
              <a:defRPr sz="1050"/>
            </a:lvl4pPr>
            <a:lvl5pPr marL="893763" indent="0">
              <a:buFontTx/>
              <a:buNone/>
              <a:defRPr sz="1000"/>
            </a:lvl5pPr>
          </a:lstStyle>
          <a:p>
            <a:pPr marL="0" marR="0" lvl="0" indent="0" algn="l" defTabSz="914400" rtl="0" eaLnBrk="1" fontAlgn="auto" latinLnBrk="0" hangingPunct="1">
              <a:lnSpc>
                <a:spcPct val="120000"/>
              </a:lnSpc>
              <a:spcBef>
                <a:spcPts val="300"/>
              </a:spcBef>
              <a:spcAft>
                <a:spcPts val="0"/>
              </a:spcAft>
              <a:buClrTx/>
              <a:buSzTx/>
              <a:buFontTx/>
              <a:buNone/>
              <a:tabLst/>
              <a:defRPr/>
            </a:pPr>
            <a:r>
              <a:rPr lang="sv-SE" dirty="0"/>
              <a:t>Presentationens namn / DATUM 20ÅR</a:t>
            </a:r>
          </a:p>
          <a:p>
            <a:pPr lvl="0"/>
            <a:endParaRPr lang="sv-SE" dirty="0"/>
          </a:p>
        </p:txBody>
      </p:sp>
      <p:sp>
        <p:nvSpPr>
          <p:cNvPr id="23" name="Platshållare för rubrik 1">
            <a:extLst>
              <a:ext uri="{FF2B5EF4-FFF2-40B4-BE49-F238E27FC236}">
                <a16:creationId xmlns:a16="http://schemas.microsoft.com/office/drawing/2014/main" id="{643979E6-3AA4-48EF-D504-200AA87F7F48}"/>
              </a:ext>
            </a:extLst>
          </p:cNvPr>
          <p:cNvSpPr>
            <a:spLocks noGrp="1"/>
          </p:cNvSpPr>
          <p:nvPr>
            <p:ph type="title"/>
          </p:nvPr>
        </p:nvSpPr>
        <p:spPr>
          <a:xfrm>
            <a:off x="823118" y="876300"/>
            <a:ext cx="5214145" cy="1404000"/>
          </a:xfrm>
          <a:prstGeom prst="rect">
            <a:avLst/>
          </a:prstGeom>
        </p:spPr>
        <p:txBody>
          <a:bodyPr vert="horz" lIns="91440" tIns="45720" rIns="91440" bIns="45720" rtlCol="0" anchor="t" anchorCtr="0">
            <a:noAutofit/>
          </a:bodyPr>
          <a:lstStyle/>
          <a:p>
            <a:r>
              <a:rPr lang="sv-SE"/>
              <a:t>Klicka här för att ändra mall för rubrikformat</a:t>
            </a:r>
            <a:endParaRPr lang="sv-SE" dirty="0"/>
          </a:p>
        </p:txBody>
      </p:sp>
      <p:pic>
        <p:nvPicPr>
          <p:cNvPr id="3" name="Bildobjekt 2">
            <a:extLst>
              <a:ext uri="{FF2B5EF4-FFF2-40B4-BE49-F238E27FC236}">
                <a16:creationId xmlns:a16="http://schemas.microsoft.com/office/drawing/2014/main" id="{6B5AEA3A-08A4-3E07-563D-80798EB196A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7876" y="6162181"/>
            <a:ext cx="1849608" cy="634227"/>
          </a:xfrm>
          <a:prstGeom prst="rect">
            <a:avLst/>
          </a:prstGeom>
        </p:spPr>
      </p:pic>
    </p:spTree>
    <p:extLst>
      <p:ext uri="{BB962C8B-B14F-4D97-AF65-F5344CB8AC3E}">
        <p14:creationId xmlns:p14="http://schemas.microsoft.com/office/powerpoint/2010/main" val="1147784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E) Textsida fler bilder">
    <p:spTree>
      <p:nvGrpSpPr>
        <p:cNvPr id="1" name=""/>
        <p:cNvGrpSpPr/>
        <p:nvPr/>
      </p:nvGrpSpPr>
      <p:grpSpPr>
        <a:xfrm>
          <a:off x="0" y="0"/>
          <a:ext cx="0" cy="0"/>
          <a:chOff x="0" y="0"/>
          <a:chExt cx="0" cy="0"/>
        </a:xfrm>
      </p:grpSpPr>
      <p:sp>
        <p:nvSpPr>
          <p:cNvPr id="15" name="Platshållare för bildnummer 2">
            <a:extLst>
              <a:ext uri="{FF2B5EF4-FFF2-40B4-BE49-F238E27FC236}">
                <a16:creationId xmlns:a16="http://schemas.microsoft.com/office/drawing/2014/main" id="{523B2816-8E32-B626-5196-0E13ED6CA90D}"/>
              </a:ext>
            </a:extLst>
          </p:cNvPr>
          <p:cNvSpPr>
            <a:spLocks noGrp="1"/>
          </p:cNvSpPr>
          <p:nvPr>
            <p:ph type="sldNum" sz="quarter" idx="10"/>
          </p:nvPr>
        </p:nvSpPr>
        <p:spPr>
          <a:xfrm>
            <a:off x="106326" y="6370526"/>
            <a:ext cx="501502" cy="365125"/>
          </a:xfrm>
        </p:spPr>
        <p:txBody>
          <a:bodyPr/>
          <a:lstStyle/>
          <a:p>
            <a:fld id="{1998DE93-7944-4E79-AD72-DA1F1D1A6E79}" type="slidenum">
              <a:rPr lang="sv-SE" smtClean="0"/>
              <a:pPr/>
              <a:t>‹#›</a:t>
            </a:fld>
            <a:endParaRPr lang="sv-SE"/>
          </a:p>
        </p:txBody>
      </p:sp>
      <p:sp>
        <p:nvSpPr>
          <p:cNvPr id="16" name="Platshållare för innehåll 2">
            <a:extLst>
              <a:ext uri="{FF2B5EF4-FFF2-40B4-BE49-F238E27FC236}">
                <a16:creationId xmlns:a16="http://schemas.microsoft.com/office/drawing/2014/main" id="{66618821-B3C5-2FB7-AE01-6EAE6FDC6CA9}"/>
              </a:ext>
            </a:extLst>
          </p:cNvPr>
          <p:cNvSpPr>
            <a:spLocks noGrp="1"/>
          </p:cNvSpPr>
          <p:nvPr>
            <p:ph idx="1"/>
          </p:nvPr>
        </p:nvSpPr>
        <p:spPr>
          <a:xfrm>
            <a:off x="824401" y="2401200"/>
            <a:ext cx="6951174" cy="3600000"/>
          </a:xfrm>
        </p:spPr>
        <p:txBody>
          <a:bodyPr/>
          <a:lstStyle>
            <a:lvl1pPr>
              <a:lnSpc>
                <a:spcPct val="110000"/>
              </a:lnSpc>
              <a:spcBef>
                <a:spcPts val="600"/>
              </a:spcBef>
              <a:defRPr/>
            </a:lvl1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7" name="Platshållare för bild 8">
            <a:extLst>
              <a:ext uri="{FF2B5EF4-FFF2-40B4-BE49-F238E27FC236}">
                <a16:creationId xmlns:a16="http://schemas.microsoft.com/office/drawing/2014/main" id="{00B7AC97-1141-1CF6-9F64-A438F6CC6948}"/>
              </a:ext>
            </a:extLst>
          </p:cNvPr>
          <p:cNvSpPr>
            <a:spLocks noGrp="1"/>
          </p:cNvSpPr>
          <p:nvPr>
            <p:ph type="pic" sz="quarter" idx="15"/>
          </p:nvPr>
        </p:nvSpPr>
        <p:spPr>
          <a:xfrm>
            <a:off x="7881938" y="876300"/>
            <a:ext cx="3375025" cy="3379787"/>
          </a:xfrm>
        </p:spPr>
        <p:txBody>
          <a:bodyPr/>
          <a:lstStyle/>
          <a:p>
            <a:r>
              <a:rPr lang="sv-SE"/>
              <a:t>Klicka på ikonen för att lägga till en bild</a:t>
            </a:r>
            <a:endParaRPr lang="sv-SE" dirty="0"/>
          </a:p>
        </p:txBody>
      </p:sp>
      <p:sp>
        <p:nvSpPr>
          <p:cNvPr id="18" name="Platshållare för bild 10">
            <a:extLst>
              <a:ext uri="{FF2B5EF4-FFF2-40B4-BE49-F238E27FC236}">
                <a16:creationId xmlns:a16="http://schemas.microsoft.com/office/drawing/2014/main" id="{FC91629B-8D8C-2C03-C62E-6826A8C6ED0A}"/>
              </a:ext>
            </a:extLst>
          </p:cNvPr>
          <p:cNvSpPr>
            <a:spLocks noGrp="1"/>
          </p:cNvSpPr>
          <p:nvPr>
            <p:ph type="pic" sz="quarter" idx="16"/>
          </p:nvPr>
        </p:nvSpPr>
        <p:spPr>
          <a:xfrm>
            <a:off x="7878763" y="4357848"/>
            <a:ext cx="1636712" cy="1636552"/>
          </a:xfrm>
        </p:spPr>
        <p:txBody>
          <a:bodyPr/>
          <a:lstStyle/>
          <a:p>
            <a:r>
              <a:rPr lang="sv-SE"/>
              <a:t>Klicka på ikonen för att lägga till en bild</a:t>
            </a:r>
            <a:endParaRPr lang="sv-SE" dirty="0"/>
          </a:p>
        </p:txBody>
      </p:sp>
      <p:sp>
        <p:nvSpPr>
          <p:cNvPr id="19" name="Platshållare för bild 10">
            <a:extLst>
              <a:ext uri="{FF2B5EF4-FFF2-40B4-BE49-F238E27FC236}">
                <a16:creationId xmlns:a16="http://schemas.microsoft.com/office/drawing/2014/main" id="{BC2DE450-D1BB-55D8-C416-0ADD86B01D1C}"/>
              </a:ext>
            </a:extLst>
          </p:cNvPr>
          <p:cNvSpPr>
            <a:spLocks noGrp="1"/>
          </p:cNvSpPr>
          <p:nvPr>
            <p:ph type="pic" sz="quarter" idx="17"/>
          </p:nvPr>
        </p:nvSpPr>
        <p:spPr>
          <a:xfrm>
            <a:off x="9618663" y="4356100"/>
            <a:ext cx="1638300" cy="1636551"/>
          </a:xfrm>
        </p:spPr>
        <p:txBody>
          <a:bodyPr/>
          <a:lstStyle/>
          <a:p>
            <a:r>
              <a:rPr lang="sv-SE"/>
              <a:t>Klicka på ikonen för att lägga till en bild</a:t>
            </a:r>
            <a:endParaRPr lang="sv-SE" dirty="0"/>
          </a:p>
        </p:txBody>
      </p:sp>
      <p:sp>
        <p:nvSpPr>
          <p:cNvPr id="20" name="Platshållare för text 14">
            <a:extLst>
              <a:ext uri="{FF2B5EF4-FFF2-40B4-BE49-F238E27FC236}">
                <a16:creationId xmlns:a16="http://schemas.microsoft.com/office/drawing/2014/main" id="{DA10A11E-D0A0-BC00-7E4E-BDFF87E2855C}"/>
              </a:ext>
            </a:extLst>
          </p:cNvPr>
          <p:cNvSpPr>
            <a:spLocks noGrp="1"/>
          </p:cNvSpPr>
          <p:nvPr>
            <p:ph type="body" sz="quarter" idx="14" hasCustomPrompt="1"/>
          </p:nvPr>
        </p:nvSpPr>
        <p:spPr>
          <a:xfrm>
            <a:off x="822325" y="266902"/>
            <a:ext cx="6785208" cy="406367"/>
          </a:xfrm>
        </p:spPr>
        <p:txBody>
          <a:bodyPr/>
          <a:lstStyle>
            <a:lvl1pPr marL="0" indent="0">
              <a:buFontTx/>
              <a:buNone/>
              <a:defRPr sz="1200"/>
            </a:lvl1pPr>
            <a:lvl2pPr marL="257175" indent="0">
              <a:buFontTx/>
              <a:buNone/>
              <a:defRPr sz="1200"/>
            </a:lvl2pPr>
            <a:lvl3pPr marL="490538" indent="0">
              <a:buFontTx/>
              <a:buNone/>
              <a:defRPr sz="1100"/>
            </a:lvl3pPr>
            <a:lvl4pPr marL="695325" indent="0">
              <a:buFontTx/>
              <a:buNone/>
              <a:defRPr sz="1050"/>
            </a:lvl4pPr>
            <a:lvl5pPr marL="893763" indent="0">
              <a:buFontTx/>
              <a:buNone/>
              <a:defRPr sz="1000"/>
            </a:lvl5pPr>
          </a:lstStyle>
          <a:p>
            <a:pPr marL="0" marR="0" lvl="0" indent="0" algn="l" defTabSz="914400" rtl="0" eaLnBrk="1" fontAlgn="auto" latinLnBrk="0" hangingPunct="1">
              <a:lnSpc>
                <a:spcPct val="120000"/>
              </a:lnSpc>
              <a:spcBef>
                <a:spcPts val="300"/>
              </a:spcBef>
              <a:spcAft>
                <a:spcPts val="0"/>
              </a:spcAft>
              <a:buClrTx/>
              <a:buSzTx/>
              <a:buFontTx/>
              <a:buNone/>
              <a:tabLst/>
              <a:defRPr/>
            </a:pPr>
            <a:r>
              <a:rPr lang="sv-SE" dirty="0"/>
              <a:t>Presentationens namn / DATUM 20ÅR</a:t>
            </a:r>
          </a:p>
          <a:p>
            <a:pPr lvl="0"/>
            <a:endParaRPr lang="sv-SE" dirty="0"/>
          </a:p>
        </p:txBody>
      </p:sp>
      <p:sp>
        <p:nvSpPr>
          <p:cNvPr id="21" name="Rektangel 20">
            <a:extLst>
              <a:ext uri="{FF2B5EF4-FFF2-40B4-BE49-F238E27FC236}">
                <a16:creationId xmlns:a16="http://schemas.microsoft.com/office/drawing/2014/main" id="{B9B5FC99-71BC-9404-4270-7B97B8A505A7}"/>
              </a:ext>
              <a:ext uri="{C183D7F6-B498-43B3-948B-1728B52AA6E4}">
                <adec:decorative xmlns:adec="http://schemas.microsoft.com/office/drawing/2017/decorative" val="1"/>
              </a:ext>
            </a:extLst>
          </p:cNvPr>
          <p:cNvSpPr/>
          <p:nvPr userDrawn="1"/>
        </p:nvSpPr>
        <p:spPr>
          <a:xfrm>
            <a:off x="928577" y="6100594"/>
            <a:ext cx="3370373"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2" name="Rektangel 21">
            <a:extLst>
              <a:ext uri="{FF2B5EF4-FFF2-40B4-BE49-F238E27FC236}">
                <a16:creationId xmlns:a16="http://schemas.microsoft.com/office/drawing/2014/main" id="{FFB25C67-7FCA-6CD7-CACD-C3703D3A8146}"/>
              </a:ext>
              <a:ext uri="{C183D7F6-B498-43B3-948B-1728B52AA6E4}">
                <adec:decorative xmlns:adec="http://schemas.microsoft.com/office/drawing/2017/decorative" val="1"/>
              </a:ext>
            </a:extLst>
          </p:cNvPr>
          <p:cNvSpPr/>
          <p:nvPr userDrawn="1"/>
        </p:nvSpPr>
        <p:spPr>
          <a:xfrm>
            <a:off x="0" y="6100594"/>
            <a:ext cx="821978"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3" name="Rektangel 22">
            <a:extLst>
              <a:ext uri="{FF2B5EF4-FFF2-40B4-BE49-F238E27FC236}">
                <a16:creationId xmlns:a16="http://schemas.microsoft.com/office/drawing/2014/main" id="{8346875E-4CBF-9DFC-5008-9B4DC1D301A9}"/>
              </a:ext>
              <a:ext uri="{C183D7F6-B498-43B3-948B-1728B52AA6E4}">
                <adec:decorative xmlns:adec="http://schemas.microsoft.com/office/drawing/2017/decorative" val="1"/>
              </a:ext>
            </a:extLst>
          </p:cNvPr>
          <p:cNvSpPr/>
          <p:nvPr userDrawn="1"/>
        </p:nvSpPr>
        <p:spPr>
          <a:xfrm>
            <a:off x="4400550" y="6100593"/>
            <a:ext cx="1636714"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4" name="Rektangel 23">
            <a:extLst>
              <a:ext uri="{FF2B5EF4-FFF2-40B4-BE49-F238E27FC236}">
                <a16:creationId xmlns:a16="http://schemas.microsoft.com/office/drawing/2014/main" id="{56B47073-1E56-5C9B-B081-150F3E675A36}"/>
              </a:ext>
              <a:ext uri="{C183D7F6-B498-43B3-948B-1728B52AA6E4}">
                <adec:decorative xmlns:adec="http://schemas.microsoft.com/office/drawing/2017/decorative" val="1"/>
              </a:ext>
            </a:extLst>
          </p:cNvPr>
          <p:cNvSpPr/>
          <p:nvPr userDrawn="1"/>
        </p:nvSpPr>
        <p:spPr>
          <a:xfrm>
            <a:off x="6138862" y="6100594"/>
            <a:ext cx="1641475"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5" name="Rektangel 24">
            <a:extLst>
              <a:ext uri="{FF2B5EF4-FFF2-40B4-BE49-F238E27FC236}">
                <a16:creationId xmlns:a16="http://schemas.microsoft.com/office/drawing/2014/main" id="{5CFD8009-0F8D-476F-0906-96B3AC4C1BA3}"/>
              </a:ext>
              <a:ext uri="{C183D7F6-B498-43B3-948B-1728B52AA6E4}">
                <adec:decorative xmlns:adec="http://schemas.microsoft.com/office/drawing/2017/decorative" val="1"/>
              </a:ext>
            </a:extLst>
          </p:cNvPr>
          <p:cNvSpPr/>
          <p:nvPr userDrawn="1"/>
        </p:nvSpPr>
        <p:spPr>
          <a:xfrm>
            <a:off x="7881938" y="6100593"/>
            <a:ext cx="3381485" cy="757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7" name="Platshållare för rubrik 1">
            <a:extLst>
              <a:ext uri="{FF2B5EF4-FFF2-40B4-BE49-F238E27FC236}">
                <a16:creationId xmlns:a16="http://schemas.microsoft.com/office/drawing/2014/main" id="{87978DA0-E794-AA9E-A4E0-0D721D3A996F}"/>
              </a:ext>
            </a:extLst>
          </p:cNvPr>
          <p:cNvSpPr>
            <a:spLocks noGrp="1"/>
          </p:cNvSpPr>
          <p:nvPr>
            <p:ph type="title"/>
          </p:nvPr>
        </p:nvSpPr>
        <p:spPr>
          <a:xfrm>
            <a:off x="823118" y="876300"/>
            <a:ext cx="6951174" cy="1404000"/>
          </a:xfrm>
          <a:prstGeom prst="rect">
            <a:avLst/>
          </a:prstGeom>
        </p:spPr>
        <p:txBody>
          <a:bodyPr vert="horz" lIns="91440" tIns="45720" rIns="91440" bIns="45720" rtlCol="0" anchor="t" anchorCtr="0">
            <a:noAutofit/>
          </a:bodyPr>
          <a:lstStyle/>
          <a:p>
            <a:r>
              <a:rPr lang="sv-SE"/>
              <a:t>Klicka här för att ändra mall för rubrikformat</a:t>
            </a:r>
            <a:endParaRPr lang="sv-SE" dirty="0"/>
          </a:p>
        </p:txBody>
      </p:sp>
      <p:pic>
        <p:nvPicPr>
          <p:cNvPr id="2" name="Bildobjekt 1">
            <a:extLst>
              <a:ext uri="{FF2B5EF4-FFF2-40B4-BE49-F238E27FC236}">
                <a16:creationId xmlns:a16="http://schemas.microsoft.com/office/drawing/2014/main" id="{2D3745E5-2E69-C27C-4C22-D352FF5343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7876" y="6162181"/>
            <a:ext cx="1849608" cy="634227"/>
          </a:xfrm>
          <a:prstGeom prst="rect">
            <a:avLst/>
          </a:prstGeom>
        </p:spPr>
      </p:pic>
    </p:spTree>
    <p:extLst>
      <p:ext uri="{BB962C8B-B14F-4D97-AF65-F5344CB8AC3E}">
        <p14:creationId xmlns:p14="http://schemas.microsoft.com/office/powerpoint/2010/main" val="19522250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F) Textsida stående bild 2">
    <p:spTree>
      <p:nvGrpSpPr>
        <p:cNvPr id="1" name=""/>
        <p:cNvGrpSpPr/>
        <p:nvPr/>
      </p:nvGrpSpPr>
      <p:grpSpPr>
        <a:xfrm>
          <a:off x="0" y="0"/>
          <a:ext cx="0" cy="0"/>
          <a:chOff x="0" y="0"/>
          <a:chExt cx="0" cy="0"/>
        </a:xfrm>
      </p:grpSpPr>
      <p:sp>
        <p:nvSpPr>
          <p:cNvPr id="2" name="Platshållare för bildnummer 2">
            <a:extLst>
              <a:ext uri="{FF2B5EF4-FFF2-40B4-BE49-F238E27FC236}">
                <a16:creationId xmlns:a16="http://schemas.microsoft.com/office/drawing/2014/main" id="{90F65177-E06B-6912-96D9-BE9D899CB4F7}"/>
              </a:ext>
            </a:extLst>
          </p:cNvPr>
          <p:cNvSpPr>
            <a:spLocks noGrp="1"/>
          </p:cNvSpPr>
          <p:nvPr>
            <p:ph type="sldNum" sz="quarter" idx="10"/>
          </p:nvPr>
        </p:nvSpPr>
        <p:spPr>
          <a:xfrm>
            <a:off x="106326" y="6370526"/>
            <a:ext cx="501502" cy="365125"/>
          </a:xfrm>
        </p:spPr>
        <p:txBody>
          <a:bodyPr/>
          <a:lstStyle/>
          <a:p>
            <a:fld id="{1998DE93-7944-4E79-AD72-DA1F1D1A6E79}" type="slidenum">
              <a:rPr lang="sv-SE" smtClean="0"/>
              <a:pPr/>
              <a:t>‹#›</a:t>
            </a:fld>
            <a:endParaRPr lang="sv-SE"/>
          </a:p>
        </p:txBody>
      </p:sp>
      <p:sp>
        <p:nvSpPr>
          <p:cNvPr id="4" name="Platshållare för innehåll 2">
            <a:extLst>
              <a:ext uri="{FF2B5EF4-FFF2-40B4-BE49-F238E27FC236}">
                <a16:creationId xmlns:a16="http://schemas.microsoft.com/office/drawing/2014/main" id="{EB934BE1-AC23-E86B-B02D-D7554B331B31}"/>
              </a:ext>
            </a:extLst>
          </p:cNvPr>
          <p:cNvSpPr>
            <a:spLocks noGrp="1"/>
          </p:cNvSpPr>
          <p:nvPr>
            <p:ph idx="1"/>
          </p:nvPr>
        </p:nvSpPr>
        <p:spPr>
          <a:xfrm>
            <a:off x="824400" y="2401200"/>
            <a:ext cx="6954838" cy="3600000"/>
          </a:xfrm>
        </p:spPr>
        <p:txBody>
          <a:bodyPr>
            <a:noAutofit/>
          </a:bodyPr>
          <a:lstStyle>
            <a:lvl1pPr>
              <a:lnSpc>
                <a:spcPct val="110000"/>
              </a:lnSpc>
              <a:spcBef>
                <a:spcPts val="600"/>
              </a:spcBef>
              <a:defRPr/>
            </a:lvl1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5" name="Platshållare för bild 8">
            <a:extLst>
              <a:ext uri="{FF2B5EF4-FFF2-40B4-BE49-F238E27FC236}">
                <a16:creationId xmlns:a16="http://schemas.microsoft.com/office/drawing/2014/main" id="{D0F7FAEE-FE1D-6706-7E04-4EB201DD247B}"/>
              </a:ext>
            </a:extLst>
          </p:cNvPr>
          <p:cNvSpPr>
            <a:spLocks noGrp="1"/>
          </p:cNvSpPr>
          <p:nvPr>
            <p:ph type="pic" sz="quarter" idx="15"/>
          </p:nvPr>
        </p:nvSpPr>
        <p:spPr>
          <a:xfrm>
            <a:off x="7881938" y="1"/>
            <a:ext cx="4310062" cy="5994400"/>
          </a:xfrm>
        </p:spPr>
        <p:txBody>
          <a:bodyPr/>
          <a:lstStyle/>
          <a:p>
            <a:r>
              <a:rPr lang="sv-SE"/>
              <a:t>Klicka på ikonen för att lägga till en bild</a:t>
            </a:r>
          </a:p>
        </p:txBody>
      </p:sp>
      <p:sp>
        <p:nvSpPr>
          <p:cNvPr id="16" name="Rektangel 15">
            <a:extLst>
              <a:ext uri="{FF2B5EF4-FFF2-40B4-BE49-F238E27FC236}">
                <a16:creationId xmlns:a16="http://schemas.microsoft.com/office/drawing/2014/main" id="{0D7B76FD-BD64-0418-5F0A-92DB86F5214F}"/>
              </a:ext>
              <a:ext uri="{C183D7F6-B498-43B3-948B-1728B52AA6E4}">
                <adec:decorative xmlns:adec="http://schemas.microsoft.com/office/drawing/2017/decorative" val="1"/>
              </a:ext>
            </a:extLst>
          </p:cNvPr>
          <p:cNvSpPr/>
          <p:nvPr userDrawn="1"/>
        </p:nvSpPr>
        <p:spPr>
          <a:xfrm>
            <a:off x="928577" y="6100594"/>
            <a:ext cx="3370373"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Rektangel 16">
            <a:extLst>
              <a:ext uri="{FF2B5EF4-FFF2-40B4-BE49-F238E27FC236}">
                <a16:creationId xmlns:a16="http://schemas.microsoft.com/office/drawing/2014/main" id="{29ACCAEA-ECBB-35D9-AE23-678E719BC72D}"/>
              </a:ext>
              <a:ext uri="{C183D7F6-B498-43B3-948B-1728B52AA6E4}">
                <adec:decorative xmlns:adec="http://schemas.microsoft.com/office/drawing/2017/decorative" val="1"/>
              </a:ext>
            </a:extLst>
          </p:cNvPr>
          <p:cNvSpPr/>
          <p:nvPr userDrawn="1"/>
        </p:nvSpPr>
        <p:spPr>
          <a:xfrm>
            <a:off x="0" y="6100594"/>
            <a:ext cx="821978"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 name="Rektangel 17">
            <a:extLst>
              <a:ext uri="{FF2B5EF4-FFF2-40B4-BE49-F238E27FC236}">
                <a16:creationId xmlns:a16="http://schemas.microsoft.com/office/drawing/2014/main" id="{F210B69F-1848-D56F-B31F-0C6CFB5BEEE3}"/>
              </a:ext>
              <a:ext uri="{C183D7F6-B498-43B3-948B-1728B52AA6E4}">
                <adec:decorative xmlns:adec="http://schemas.microsoft.com/office/drawing/2017/decorative" val="1"/>
              </a:ext>
            </a:extLst>
          </p:cNvPr>
          <p:cNvSpPr/>
          <p:nvPr userDrawn="1"/>
        </p:nvSpPr>
        <p:spPr>
          <a:xfrm>
            <a:off x="4400550" y="6100593"/>
            <a:ext cx="1636714"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ktangel 18">
            <a:extLst>
              <a:ext uri="{FF2B5EF4-FFF2-40B4-BE49-F238E27FC236}">
                <a16:creationId xmlns:a16="http://schemas.microsoft.com/office/drawing/2014/main" id="{8DD7B725-EBE7-B0A1-01BF-EA0A405074F7}"/>
              </a:ext>
              <a:ext uri="{C183D7F6-B498-43B3-948B-1728B52AA6E4}">
                <adec:decorative xmlns:adec="http://schemas.microsoft.com/office/drawing/2017/decorative" val="1"/>
              </a:ext>
            </a:extLst>
          </p:cNvPr>
          <p:cNvSpPr/>
          <p:nvPr userDrawn="1"/>
        </p:nvSpPr>
        <p:spPr>
          <a:xfrm>
            <a:off x="6138862" y="6100594"/>
            <a:ext cx="1641475"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Rektangel 19">
            <a:extLst>
              <a:ext uri="{FF2B5EF4-FFF2-40B4-BE49-F238E27FC236}">
                <a16:creationId xmlns:a16="http://schemas.microsoft.com/office/drawing/2014/main" id="{CEF583F4-1D13-BA05-F3AD-A4C912F76318}"/>
              </a:ext>
              <a:ext uri="{C183D7F6-B498-43B3-948B-1728B52AA6E4}">
                <adec:decorative xmlns:adec="http://schemas.microsoft.com/office/drawing/2017/decorative" val="1"/>
              </a:ext>
            </a:extLst>
          </p:cNvPr>
          <p:cNvSpPr/>
          <p:nvPr userDrawn="1"/>
        </p:nvSpPr>
        <p:spPr>
          <a:xfrm>
            <a:off x="7881938" y="6100593"/>
            <a:ext cx="3381485" cy="757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2" name="Platshållare för text 14">
            <a:extLst>
              <a:ext uri="{FF2B5EF4-FFF2-40B4-BE49-F238E27FC236}">
                <a16:creationId xmlns:a16="http://schemas.microsoft.com/office/drawing/2014/main" id="{0D168C58-F3D6-DCD4-EEE9-25B627AA7CB0}"/>
              </a:ext>
            </a:extLst>
          </p:cNvPr>
          <p:cNvSpPr>
            <a:spLocks noGrp="1"/>
          </p:cNvSpPr>
          <p:nvPr>
            <p:ph type="body" sz="quarter" idx="14" hasCustomPrompt="1"/>
          </p:nvPr>
        </p:nvSpPr>
        <p:spPr>
          <a:xfrm>
            <a:off x="822325" y="266902"/>
            <a:ext cx="6785208" cy="406367"/>
          </a:xfrm>
        </p:spPr>
        <p:txBody>
          <a:bodyPr/>
          <a:lstStyle>
            <a:lvl1pPr marL="0" indent="0">
              <a:buFontTx/>
              <a:buNone/>
              <a:defRPr sz="1200"/>
            </a:lvl1pPr>
            <a:lvl2pPr marL="257175" indent="0">
              <a:buFontTx/>
              <a:buNone/>
              <a:defRPr sz="1200"/>
            </a:lvl2pPr>
            <a:lvl3pPr marL="490538" indent="0">
              <a:buFontTx/>
              <a:buNone/>
              <a:defRPr sz="1100"/>
            </a:lvl3pPr>
            <a:lvl4pPr marL="695325" indent="0">
              <a:buFontTx/>
              <a:buNone/>
              <a:defRPr sz="1050"/>
            </a:lvl4pPr>
            <a:lvl5pPr marL="893763" indent="0">
              <a:buFontTx/>
              <a:buNone/>
              <a:defRPr sz="1000"/>
            </a:lvl5pPr>
          </a:lstStyle>
          <a:p>
            <a:pPr marL="0" marR="0" lvl="0" indent="0" algn="l" defTabSz="914400" rtl="0" eaLnBrk="1" fontAlgn="auto" latinLnBrk="0" hangingPunct="1">
              <a:lnSpc>
                <a:spcPct val="120000"/>
              </a:lnSpc>
              <a:spcBef>
                <a:spcPts val="300"/>
              </a:spcBef>
              <a:spcAft>
                <a:spcPts val="0"/>
              </a:spcAft>
              <a:buClrTx/>
              <a:buSzTx/>
              <a:buFontTx/>
              <a:buNone/>
              <a:tabLst/>
              <a:defRPr/>
            </a:pPr>
            <a:r>
              <a:rPr lang="sv-SE" dirty="0"/>
              <a:t>Presentationens namn / DATUM 20ÅR</a:t>
            </a:r>
          </a:p>
          <a:p>
            <a:pPr lvl="0"/>
            <a:endParaRPr lang="sv-SE" dirty="0"/>
          </a:p>
        </p:txBody>
      </p:sp>
      <p:sp>
        <p:nvSpPr>
          <p:cNvPr id="23" name="Platshållare för rubrik 1">
            <a:extLst>
              <a:ext uri="{FF2B5EF4-FFF2-40B4-BE49-F238E27FC236}">
                <a16:creationId xmlns:a16="http://schemas.microsoft.com/office/drawing/2014/main" id="{7094A23F-CD40-E3C0-605C-389E60F2E3F2}"/>
              </a:ext>
            </a:extLst>
          </p:cNvPr>
          <p:cNvSpPr>
            <a:spLocks noGrp="1"/>
          </p:cNvSpPr>
          <p:nvPr>
            <p:ph type="title"/>
          </p:nvPr>
        </p:nvSpPr>
        <p:spPr>
          <a:xfrm>
            <a:off x="823118" y="876300"/>
            <a:ext cx="6954045" cy="1404000"/>
          </a:xfrm>
          <a:prstGeom prst="rect">
            <a:avLst/>
          </a:prstGeom>
        </p:spPr>
        <p:txBody>
          <a:bodyPr vert="horz" lIns="91440" tIns="45720" rIns="91440" bIns="45720" rtlCol="0" anchor="t" anchorCtr="0">
            <a:noAutofit/>
          </a:bodyPr>
          <a:lstStyle/>
          <a:p>
            <a:r>
              <a:rPr lang="sv-SE"/>
              <a:t>Klicka här för att ändra mall för rubrikformat</a:t>
            </a:r>
            <a:endParaRPr lang="sv-SE" dirty="0"/>
          </a:p>
        </p:txBody>
      </p:sp>
      <p:pic>
        <p:nvPicPr>
          <p:cNvPr id="3" name="Bildobjekt 2">
            <a:extLst>
              <a:ext uri="{FF2B5EF4-FFF2-40B4-BE49-F238E27FC236}">
                <a16:creationId xmlns:a16="http://schemas.microsoft.com/office/drawing/2014/main" id="{B68B27AD-3947-4D10-2771-AA29B666AF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7876" y="6162181"/>
            <a:ext cx="1849608" cy="634227"/>
          </a:xfrm>
          <a:prstGeom prst="rect">
            <a:avLst/>
          </a:prstGeom>
        </p:spPr>
      </p:pic>
    </p:spTree>
    <p:extLst>
      <p:ext uri="{BB962C8B-B14F-4D97-AF65-F5344CB8AC3E}">
        <p14:creationId xmlns:p14="http://schemas.microsoft.com/office/powerpoint/2010/main" val="24458741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G) Textsida två delar">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08BFB0-7A1D-7A7D-E561-150A1DC85093}"/>
              </a:ext>
            </a:extLst>
          </p:cNvPr>
          <p:cNvSpPr>
            <a:spLocks noGrp="1"/>
          </p:cNvSpPr>
          <p:nvPr>
            <p:ph type="title"/>
          </p:nvPr>
        </p:nvSpPr>
        <p:spPr/>
        <p:txBody>
          <a:bodyPr/>
          <a:lstStyle/>
          <a:p>
            <a:r>
              <a:rPr lang="sv-SE"/>
              <a:t>Klicka här för att ändra mall för rubrikformat</a:t>
            </a:r>
          </a:p>
        </p:txBody>
      </p:sp>
      <p:sp>
        <p:nvSpPr>
          <p:cNvPr id="3" name="Platshållare för bildnummer 2">
            <a:extLst>
              <a:ext uri="{FF2B5EF4-FFF2-40B4-BE49-F238E27FC236}">
                <a16:creationId xmlns:a16="http://schemas.microsoft.com/office/drawing/2014/main" id="{A7B749AF-087C-6CA1-CBAE-A3501B46BB0A}"/>
              </a:ext>
            </a:extLst>
          </p:cNvPr>
          <p:cNvSpPr>
            <a:spLocks noGrp="1"/>
          </p:cNvSpPr>
          <p:nvPr>
            <p:ph type="sldNum" sz="quarter" idx="10"/>
          </p:nvPr>
        </p:nvSpPr>
        <p:spPr/>
        <p:txBody>
          <a:bodyPr/>
          <a:lstStyle/>
          <a:p>
            <a:fld id="{1998DE93-7944-4E79-AD72-DA1F1D1A6E79}" type="slidenum">
              <a:rPr lang="sv-SE" smtClean="0"/>
              <a:pPr/>
              <a:t>‹#›</a:t>
            </a:fld>
            <a:endParaRPr lang="sv-SE"/>
          </a:p>
        </p:txBody>
      </p:sp>
      <p:sp>
        <p:nvSpPr>
          <p:cNvPr id="5" name="Platshållare för bildnummer 2">
            <a:extLst>
              <a:ext uri="{FF2B5EF4-FFF2-40B4-BE49-F238E27FC236}">
                <a16:creationId xmlns:a16="http://schemas.microsoft.com/office/drawing/2014/main" id="{9D238293-041E-B9C8-9BF8-9DC59C5D7E88}"/>
              </a:ext>
            </a:extLst>
          </p:cNvPr>
          <p:cNvSpPr txBox="1">
            <a:spLocks/>
          </p:cNvSpPr>
          <p:nvPr userDrawn="1"/>
        </p:nvSpPr>
        <p:spPr>
          <a:xfrm>
            <a:off x="106326" y="6370526"/>
            <a:ext cx="501502" cy="365125"/>
          </a:xfrm>
          <a:prstGeom prst="rect">
            <a:avLst/>
          </a:prstGeom>
        </p:spPr>
        <p:txBody>
          <a:bodyPr vert="horz" lIns="91440" tIns="45720" rIns="91440" bIns="45720" rtlCol="0" anchor="ctr"/>
          <a:lstStyle>
            <a:defPPr>
              <a:defRPr lang="sv-SE"/>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98DE93-7944-4E79-AD72-DA1F1D1A6E79}" type="slidenum">
              <a:rPr lang="sv-SE" smtClean="0"/>
              <a:pPr/>
              <a:t>‹#›</a:t>
            </a:fld>
            <a:endParaRPr lang="sv-SE"/>
          </a:p>
        </p:txBody>
      </p:sp>
      <p:sp>
        <p:nvSpPr>
          <p:cNvPr id="6" name="Rektangel 5">
            <a:extLst>
              <a:ext uri="{FF2B5EF4-FFF2-40B4-BE49-F238E27FC236}">
                <a16:creationId xmlns:a16="http://schemas.microsoft.com/office/drawing/2014/main" id="{3398CFD5-AF59-BCE5-8D82-61CC34D1FD35}"/>
              </a:ext>
              <a:ext uri="{C183D7F6-B498-43B3-948B-1728B52AA6E4}">
                <adec:decorative xmlns:adec="http://schemas.microsoft.com/office/drawing/2017/decorative" val="1"/>
              </a:ext>
            </a:extLst>
          </p:cNvPr>
          <p:cNvSpPr/>
          <p:nvPr userDrawn="1"/>
        </p:nvSpPr>
        <p:spPr>
          <a:xfrm>
            <a:off x="928577" y="6100594"/>
            <a:ext cx="3370373"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 name="Rektangel 6">
            <a:extLst>
              <a:ext uri="{FF2B5EF4-FFF2-40B4-BE49-F238E27FC236}">
                <a16:creationId xmlns:a16="http://schemas.microsoft.com/office/drawing/2014/main" id="{4D21C32A-6A32-6071-DB32-365903C1C511}"/>
              </a:ext>
              <a:ext uri="{C183D7F6-B498-43B3-948B-1728B52AA6E4}">
                <adec:decorative xmlns:adec="http://schemas.microsoft.com/office/drawing/2017/decorative" val="1"/>
              </a:ext>
            </a:extLst>
          </p:cNvPr>
          <p:cNvSpPr/>
          <p:nvPr userDrawn="1"/>
        </p:nvSpPr>
        <p:spPr>
          <a:xfrm>
            <a:off x="0" y="6100594"/>
            <a:ext cx="821978"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 name="Rektangel 7">
            <a:extLst>
              <a:ext uri="{FF2B5EF4-FFF2-40B4-BE49-F238E27FC236}">
                <a16:creationId xmlns:a16="http://schemas.microsoft.com/office/drawing/2014/main" id="{CBFA4C05-96A6-FE56-717A-71C129A87212}"/>
              </a:ext>
              <a:ext uri="{C183D7F6-B498-43B3-948B-1728B52AA6E4}">
                <adec:decorative xmlns:adec="http://schemas.microsoft.com/office/drawing/2017/decorative" val="1"/>
              </a:ext>
            </a:extLst>
          </p:cNvPr>
          <p:cNvSpPr/>
          <p:nvPr userDrawn="1"/>
        </p:nvSpPr>
        <p:spPr>
          <a:xfrm>
            <a:off x="4400550" y="6100593"/>
            <a:ext cx="1636714"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 name="Rektangel 8">
            <a:extLst>
              <a:ext uri="{FF2B5EF4-FFF2-40B4-BE49-F238E27FC236}">
                <a16:creationId xmlns:a16="http://schemas.microsoft.com/office/drawing/2014/main" id="{9CE4DAE0-01B8-D9D6-6B9A-35494312547C}"/>
              </a:ext>
              <a:ext uri="{C183D7F6-B498-43B3-948B-1728B52AA6E4}">
                <adec:decorative xmlns:adec="http://schemas.microsoft.com/office/drawing/2017/decorative" val="1"/>
              </a:ext>
            </a:extLst>
          </p:cNvPr>
          <p:cNvSpPr/>
          <p:nvPr userDrawn="1"/>
        </p:nvSpPr>
        <p:spPr>
          <a:xfrm>
            <a:off x="6138862" y="6100594"/>
            <a:ext cx="1641475"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Rektangel 9">
            <a:extLst>
              <a:ext uri="{FF2B5EF4-FFF2-40B4-BE49-F238E27FC236}">
                <a16:creationId xmlns:a16="http://schemas.microsoft.com/office/drawing/2014/main" id="{33C55894-DDB1-B5BF-B7A5-F548B3B5CE84}"/>
              </a:ext>
              <a:ext uri="{C183D7F6-B498-43B3-948B-1728B52AA6E4}">
                <adec:decorative xmlns:adec="http://schemas.microsoft.com/office/drawing/2017/decorative" val="1"/>
              </a:ext>
            </a:extLst>
          </p:cNvPr>
          <p:cNvSpPr/>
          <p:nvPr userDrawn="1"/>
        </p:nvSpPr>
        <p:spPr>
          <a:xfrm>
            <a:off x="7881938" y="6100593"/>
            <a:ext cx="3381485" cy="757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Platshållare för innehåll 15">
            <a:extLst>
              <a:ext uri="{FF2B5EF4-FFF2-40B4-BE49-F238E27FC236}">
                <a16:creationId xmlns:a16="http://schemas.microsoft.com/office/drawing/2014/main" id="{661DB213-6B49-EBF0-C31A-08FCCC18DB58}"/>
              </a:ext>
            </a:extLst>
          </p:cNvPr>
          <p:cNvSpPr>
            <a:spLocks noGrp="1"/>
          </p:cNvSpPr>
          <p:nvPr>
            <p:ph sz="quarter" idx="12"/>
          </p:nvPr>
        </p:nvSpPr>
        <p:spPr>
          <a:xfrm>
            <a:off x="824400" y="2401200"/>
            <a:ext cx="5209200" cy="36000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3" name="Platshållare för innehåll 15">
            <a:extLst>
              <a:ext uri="{FF2B5EF4-FFF2-40B4-BE49-F238E27FC236}">
                <a16:creationId xmlns:a16="http://schemas.microsoft.com/office/drawing/2014/main" id="{2038F490-D2A1-A006-3A6D-7D8BF8DC8F04}"/>
              </a:ext>
            </a:extLst>
          </p:cNvPr>
          <p:cNvSpPr>
            <a:spLocks noGrp="1"/>
          </p:cNvSpPr>
          <p:nvPr>
            <p:ph sz="quarter" idx="13"/>
          </p:nvPr>
        </p:nvSpPr>
        <p:spPr>
          <a:xfrm>
            <a:off x="6158402" y="2401200"/>
            <a:ext cx="5209200" cy="36000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4" name="Platshållare för text 14">
            <a:extLst>
              <a:ext uri="{FF2B5EF4-FFF2-40B4-BE49-F238E27FC236}">
                <a16:creationId xmlns:a16="http://schemas.microsoft.com/office/drawing/2014/main" id="{E0E0F475-9C88-9424-B2C4-0EB9AB7A580C}"/>
              </a:ext>
            </a:extLst>
          </p:cNvPr>
          <p:cNvSpPr>
            <a:spLocks noGrp="1"/>
          </p:cNvSpPr>
          <p:nvPr>
            <p:ph type="body" sz="quarter" idx="14" hasCustomPrompt="1"/>
          </p:nvPr>
        </p:nvSpPr>
        <p:spPr>
          <a:xfrm>
            <a:off x="822325" y="266902"/>
            <a:ext cx="6785208" cy="406367"/>
          </a:xfrm>
        </p:spPr>
        <p:txBody>
          <a:bodyPr/>
          <a:lstStyle>
            <a:lvl1pPr marL="0" indent="0">
              <a:buFontTx/>
              <a:buNone/>
              <a:defRPr sz="1200"/>
            </a:lvl1pPr>
            <a:lvl2pPr marL="257175" indent="0">
              <a:buFontTx/>
              <a:buNone/>
              <a:defRPr sz="1200"/>
            </a:lvl2pPr>
            <a:lvl3pPr marL="490538" indent="0">
              <a:buFontTx/>
              <a:buNone/>
              <a:defRPr sz="1100"/>
            </a:lvl3pPr>
            <a:lvl4pPr marL="695325" indent="0">
              <a:buFontTx/>
              <a:buNone/>
              <a:defRPr sz="1050"/>
            </a:lvl4pPr>
            <a:lvl5pPr marL="893763" indent="0">
              <a:buFontTx/>
              <a:buNone/>
              <a:defRPr sz="1000"/>
            </a:lvl5pPr>
          </a:lstStyle>
          <a:p>
            <a:pPr marL="0" marR="0" lvl="0" indent="0" algn="l" defTabSz="914400" rtl="0" eaLnBrk="1" fontAlgn="auto" latinLnBrk="0" hangingPunct="1">
              <a:lnSpc>
                <a:spcPct val="120000"/>
              </a:lnSpc>
              <a:spcBef>
                <a:spcPts val="300"/>
              </a:spcBef>
              <a:spcAft>
                <a:spcPts val="0"/>
              </a:spcAft>
              <a:buClrTx/>
              <a:buSzTx/>
              <a:buFontTx/>
              <a:buNone/>
              <a:tabLst/>
              <a:defRPr/>
            </a:pPr>
            <a:r>
              <a:rPr lang="sv-SE" dirty="0"/>
              <a:t>Presentationens namn / DATUM 20ÅR</a:t>
            </a:r>
          </a:p>
          <a:p>
            <a:pPr lvl="0"/>
            <a:endParaRPr lang="sv-SE" dirty="0"/>
          </a:p>
        </p:txBody>
      </p:sp>
      <p:pic>
        <p:nvPicPr>
          <p:cNvPr id="4" name="Bildobjekt 3">
            <a:extLst>
              <a:ext uri="{FF2B5EF4-FFF2-40B4-BE49-F238E27FC236}">
                <a16:creationId xmlns:a16="http://schemas.microsoft.com/office/drawing/2014/main" id="{FB322202-4538-12E7-C361-8FDDF6A8D0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7876" y="6162181"/>
            <a:ext cx="1849608" cy="634227"/>
          </a:xfrm>
          <a:prstGeom prst="rect">
            <a:avLst/>
          </a:prstGeom>
        </p:spPr>
      </p:pic>
    </p:spTree>
    <p:extLst>
      <p:ext uri="{BB962C8B-B14F-4D97-AF65-F5344CB8AC3E}">
        <p14:creationId xmlns:p14="http://schemas.microsoft.com/office/powerpoint/2010/main" val="5540757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H) Tom sida">
    <p:spTree>
      <p:nvGrpSpPr>
        <p:cNvPr id="1" name=""/>
        <p:cNvGrpSpPr/>
        <p:nvPr/>
      </p:nvGrpSpPr>
      <p:grpSpPr>
        <a:xfrm>
          <a:off x="0" y="0"/>
          <a:ext cx="0" cy="0"/>
          <a:chOff x="0" y="0"/>
          <a:chExt cx="0" cy="0"/>
        </a:xfrm>
      </p:grpSpPr>
      <p:sp>
        <p:nvSpPr>
          <p:cNvPr id="3" name="Platshållare för bildnummer 2">
            <a:extLst>
              <a:ext uri="{FF2B5EF4-FFF2-40B4-BE49-F238E27FC236}">
                <a16:creationId xmlns:a16="http://schemas.microsoft.com/office/drawing/2014/main" id="{872BFD7D-7BC8-B497-6968-85387E655011}"/>
              </a:ext>
            </a:extLst>
          </p:cNvPr>
          <p:cNvSpPr>
            <a:spLocks noGrp="1"/>
          </p:cNvSpPr>
          <p:nvPr>
            <p:ph type="sldNum" sz="quarter" idx="10"/>
          </p:nvPr>
        </p:nvSpPr>
        <p:spPr/>
        <p:txBody>
          <a:bodyPr/>
          <a:lstStyle/>
          <a:p>
            <a:fld id="{1998DE93-7944-4E79-AD72-DA1F1D1A6E79}" type="slidenum">
              <a:rPr lang="sv-SE" smtClean="0"/>
              <a:pPr/>
              <a:t>‹#›</a:t>
            </a:fld>
            <a:endParaRPr lang="sv-SE"/>
          </a:p>
        </p:txBody>
      </p:sp>
      <p:sp>
        <p:nvSpPr>
          <p:cNvPr id="5" name="Rektangel 4">
            <a:extLst>
              <a:ext uri="{FF2B5EF4-FFF2-40B4-BE49-F238E27FC236}">
                <a16:creationId xmlns:a16="http://schemas.microsoft.com/office/drawing/2014/main" id="{91AEBDD8-C297-3AEF-F9C9-47FF39A28CB4}"/>
              </a:ext>
              <a:ext uri="{C183D7F6-B498-43B3-948B-1728B52AA6E4}">
                <adec:decorative xmlns:adec="http://schemas.microsoft.com/office/drawing/2017/decorative" val="1"/>
              </a:ext>
            </a:extLst>
          </p:cNvPr>
          <p:cNvSpPr/>
          <p:nvPr userDrawn="1"/>
        </p:nvSpPr>
        <p:spPr>
          <a:xfrm>
            <a:off x="928577" y="6100594"/>
            <a:ext cx="3370373"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Rektangel 5">
            <a:extLst>
              <a:ext uri="{FF2B5EF4-FFF2-40B4-BE49-F238E27FC236}">
                <a16:creationId xmlns:a16="http://schemas.microsoft.com/office/drawing/2014/main" id="{B7510B31-362F-599C-6536-30DF4E63DEDD}"/>
              </a:ext>
              <a:ext uri="{C183D7F6-B498-43B3-948B-1728B52AA6E4}">
                <adec:decorative xmlns:adec="http://schemas.microsoft.com/office/drawing/2017/decorative" val="1"/>
              </a:ext>
            </a:extLst>
          </p:cNvPr>
          <p:cNvSpPr/>
          <p:nvPr userDrawn="1"/>
        </p:nvSpPr>
        <p:spPr>
          <a:xfrm>
            <a:off x="0" y="6100594"/>
            <a:ext cx="821978"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 name="Rektangel 6">
            <a:extLst>
              <a:ext uri="{FF2B5EF4-FFF2-40B4-BE49-F238E27FC236}">
                <a16:creationId xmlns:a16="http://schemas.microsoft.com/office/drawing/2014/main" id="{6359DCA7-6B4D-27BD-2982-689CAEFFA181}"/>
              </a:ext>
              <a:ext uri="{C183D7F6-B498-43B3-948B-1728B52AA6E4}">
                <adec:decorative xmlns:adec="http://schemas.microsoft.com/office/drawing/2017/decorative" val="1"/>
              </a:ext>
            </a:extLst>
          </p:cNvPr>
          <p:cNvSpPr/>
          <p:nvPr userDrawn="1"/>
        </p:nvSpPr>
        <p:spPr>
          <a:xfrm>
            <a:off x="4400550" y="6100593"/>
            <a:ext cx="1636714"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 name="Rektangel 7">
            <a:extLst>
              <a:ext uri="{FF2B5EF4-FFF2-40B4-BE49-F238E27FC236}">
                <a16:creationId xmlns:a16="http://schemas.microsoft.com/office/drawing/2014/main" id="{F01D1EA9-8E0D-4822-1DB1-85599A5223AD}"/>
              </a:ext>
              <a:ext uri="{C183D7F6-B498-43B3-948B-1728B52AA6E4}">
                <adec:decorative xmlns:adec="http://schemas.microsoft.com/office/drawing/2017/decorative" val="1"/>
              </a:ext>
            </a:extLst>
          </p:cNvPr>
          <p:cNvSpPr/>
          <p:nvPr userDrawn="1"/>
        </p:nvSpPr>
        <p:spPr>
          <a:xfrm>
            <a:off x="6138862" y="6100594"/>
            <a:ext cx="1641475"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 name="Rektangel 8">
            <a:extLst>
              <a:ext uri="{FF2B5EF4-FFF2-40B4-BE49-F238E27FC236}">
                <a16:creationId xmlns:a16="http://schemas.microsoft.com/office/drawing/2014/main" id="{F6D2CF08-71E8-9BA1-50F5-5CF46D8E0CD3}"/>
              </a:ext>
              <a:ext uri="{C183D7F6-B498-43B3-948B-1728B52AA6E4}">
                <adec:decorative xmlns:adec="http://schemas.microsoft.com/office/drawing/2017/decorative" val="1"/>
              </a:ext>
            </a:extLst>
          </p:cNvPr>
          <p:cNvSpPr/>
          <p:nvPr userDrawn="1"/>
        </p:nvSpPr>
        <p:spPr>
          <a:xfrm>
            <a:off x="7881938" y="6100593"/>
            <a:ext cx="3381485" cy="757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Platshållare för text 14">
            <a:extLst>
              <a:ext uri="{FF2B5EF4-FFF2-40B4-BE49-F238E27FC236}">
                <a16:creationId xmlns:a16="http://schemas.microsoft.com/office/drawing/2014/main" id="{0169EC38-FA70-D6EC-92BB-0E7FE586E01A}"/>
              </a:ext>
            </a:extLst>
          </p:cNvPr>
          <p:cNvSpPr>
            <a:spLocks noGrp="1"/>
          </p:cNvSpPr>
          <p:nvPr>
            <p:ph type="body" sz="quarter" idx="14" hasCustomPrompt="1"/>
          </p:nvPr>
        </p:nvSpPr>
        <p:spPr>
          <a:xfrm>
            <a:off x="822325" y="266902"/>
            <a:ext cx="6785208" cy="406367"/>
          </a:xfrm>
        </p:spPr>
        <p:txBody>
          <a:bodyPr/>
          <a:lstStyle>
            <a:lvl1pPr marL="0" indent="0">
              <a:buFontTx/>
              <a:buNone/>
              <a:defRPr sz="1200"/>
            </a:lvl1pPr>
            <a:lvl2pPr marL="257175" indent="0">
              <a:buFontTx/>
              <a:buNone/>
              <a:defRPr sz="1200"/>
            </a:lvl2pPr>
            <a:lvl3pPr marL="490538" indent="0">
              <a:buFontTx/>
              <a:buNone/>
              <a:defRPr sz="1100"/>
            </a:lvl3pPr>
            <a:lvl4pPr marL="695325" indent="0">
              <a:buFontTx/>
              <a:buNone/>
              <a:defRPr sz="1050"/>
            </a:lvl4pPr>
            <a:lvl5pPr marL="893763" indent="0">
              <a:buFontTx/>
              <a:buNone/>
              <a:defRPr sz="1000"/>
            </a:lvl5pPr>
          </a:lstStyle>
          <a:p>
            <a:pPr marL="0" marR="0" lvl="0" indent="0" algn="l" defTabSz="914400" rtl="0" eaLnBrk="1" fontAlgn="auto" latinLnBrk="0" hangingPunct="1">
              <a:lnSpc>
                <a:spcPct val="120000"/>
              </a:lnSpc>
              <a:spcBef>
                <a:spcPts val="300"/>
              </a:spcBef>
              <a:spcAft>
                <a:spcPts val="0"/>
              </a:spcAft>
              <a:buClrTx/>
              <a:buSzTx/>
              <a:buFontTx/>
              <a:buNone/>
              <a:tabLst/>
              <a:defRPr/>
            </a:pPr>
            <a:r>
              <a:rPr lang="sv-SE" dirty="0"/>
              <a:t>Presentationens namn / DATUM 20ÅR</a:t>
            </a:r>
          </a:p>
          <a:p>
            <a:pPr lvl="0"/>
            <a:endParaRPr lang="sv-SE" dirty="0"/>
          </a:p>
        </p:txBody>
      </p:sp>
      <p:pic>
        <p:nvPicPr>
          <p:cNvPr id="18" name="Bildobjekt 17">
            <a:extLst>
              <a:ext uri="{FF2B5EF4-FFF2-40B4-BE49-F238E27FC236}">
                <a16:creationId xmlns:a16="http://schemas.microsoft.com/office/drawing/2014/main" id="{914C3F33-F446-080A-F8E9-469856A512B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7876" y="6162181"/>
            <a:ext cx="1849608" cy="634227"/>
          </a:xfrm>
          <a:prstGeom prst="rect">
            <a:avLst/>
          </a:prstGeom>
        </p:spPr>
      </p:pic>
    </p:spTree>
    <p:extLst>
      <p:ext uri="{BB962C8B-B14F-4D97-AF65-F5344CB8AC3E}">
        <p14:creationId xmlns:p14="http://schemas.microsoft.com/office/powerpoint/2010/main" val="3883856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2_Anpassad layout">
    <p:bg>
      <p:bgPr>
        <a:solidFill>
          <a:schemeClr val="accent1"/>
        </a:solidFill>
        <a:effectLst/>
      </p:bgPr>
    </p:bg>
    <p:spTree>
      <p:nvGrpSpPr>
        <p:cNvPr id="1" name=""/>
        <p:cNvGrpSpPr/>
        <p:nvPr/>
      </p:nvGrpSpPr>
      <p:grpSpPr>
        <a:xfrm>
          <a:off x="0" y="0"/>
          <a:ext cx="0" cy="0"/>
          <a:chOff x="0" y="0"/>
          <a:chExt cx="0" cy="0"/>
        </a:xfrm>
      </p:grpSpPr>
      <p:sp>
        <p:nvSpPr>
          <p:cNvPr id="5" name="Rubrik 1">
            <a:extLst>
              <a:ext uri="{FF2B5EF4-FFF2-40B4-BE49-F238E27FC236}">
                <a16:creationId xmlns:a16="http://schemas.microsoft.com/office/drawing/2014/main" id="{F7EB374B-3712-BB0E-21D2-B3841A853D7C}"/>
              </a:ext>
              <a:ext uri="{C183D7F6-B498-43B3-948B-1728B52AA6E4}">
                <adec:decorative xmlns:adec="http://schemas.microsoft.com/office/drawing/2017/decorative" val="1"/>
              </a:ext>
            </a:extLst>
          </p:cNvPr>
          <p:cNvSpPr>
            <a:spLocks noGrp="1"/>
          </p:cNvSpPr>
          <p:nvPr>
            <p:ph type="ctrTitle" hasCustomPrompt="1"/>
          </p:nvPr>
        </p:nvSpPr>
        <p:spPr>
          <a:xfrm>
            <a:off x="925512" y="879475"/>
            <a:ext cx="5109865" cy="3374725"/>
          </a:xfrm>
          <a:prstGeom prst="rect">
            <a:avLst/>
          </a:prstGeom>
          <a:solidFill>
            <a:schemeClr val="accent2"/>
          </a:solidFill>
          <a:ln>
            <a:noFill/>
          </a:ln>
        </p:spPr>
        <p:txBody>
          <a:bodyPr lIns="342000" bIns="1620000" anchor="b"/>
          <a:lstStyle>
            <a:lvl1pPr algn="l">
              <a:defRPr sz="8000">
                <a:solidFill>
                  <a:schemeClr val="tx1"/>
                </a:solidFill>
              </a:defRPr>
            </a:lvl1pPr>
          </a:lstStyle>
          <a:p>
            <a:r>
              <a:rPr lang="sv-SE" dirty="0"/>
              <a:t>Tack</a:t>
            </a:r>
          </a:p>
        </p:txBody>
      </p:sp>
      <p:sp>
        <p:nvSpPr>
          <p:cNvPr id="6" name="Underrubrik 2">
            <a:extLst>
              <a:ext uri="{FF2B5EF4-FFF2-40B4-BE49-F238E27FC236}">
                <a16:creationId xmlns:a16="http://schemas.microsoft.com/office/drawing/2014/main" id="{78D80272-C01B-C0B6-F335-A522281F71F5}"/>
              </a:ext>
            </a:extLst>
          </p:cNvPr>
          <p:cNvSpPr>
            <a:spLocks noGrp="1"/>
          </p:cNvSpPr>
          <p:nvPr>
            <p:ph type="subTitle" idx="1" hasCustomPrompt="1"/>
          </p:nvPr>
        </p:nvSpPr>
        <p:spPr>
          <a:xfrm>
            <a:off x="1176338" y="2725839"/>
            <a:ext cx="4572000" cy="1122744"/>
          </a:xfrm>
        </p:spPr>
        <p:txBody>
          <a:bodyPr>
            <a:noAutofit/>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a:t>Slutrubrik, kanske med en enkel avslutning</a:t>
            </a:r>
          </a:p>
        </p:txBody>
      </p:sp>
      <p:sp>
        <p:nvSpPr>
          <p:cNvPr id="7" name="Rektangel 6">
            <a:extLst>
              <a:ext uri="{FF2B5EF4-FFF2-40B4-BE49-F238E27FC236}">
                <a16:creationId xmlns:a16="http://schemas.microsoft.com/office/drawing/2014/main" id="{1725674C-3850-3C2A-FF2F-BA3D860E3CC7}"/>
              </a:ext>
              <a:ext uri="{C183D7F6-B498-43B3-948B-1728B52AA6E4}">
                <adec:decorative xmlns:adec="http://schemas.microsoft.com/office/drawing/2017/decorative" val="1"/>
              </a:ext>
            </a:extLst>
          </p:cNvPr>
          <p:cNvSpPr/>
          <p:nvPr userDrawn="1"/>
        </p:nvSpPr>
        <p:spPr>
          <a:xfrm>
            <a:off x="6142338" y="2618088"/>
            <a:ext cx="1634825" cy="163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8" name="Rektangel 7">
            <a:extLst>
              <a:ext uri="{FF2B5EF4-FFF2-40B4-BE49-F238E27FC236}">
                <a16:creationId xmlns:a16="http://schemas.microsoft.com/office/drawing/2014/main" id="{3B5D036B-0983-CD73-24E6-18BCEAD2F974}"/>
              </a:ext>
              <a:ext uri="{C183D7F6-B498-43B3-948B-1728B52AA6E4}">
                <adec:decorative xmlns:adec="http://schemas.microsoft.com/office/drawing/2017/decorative" val="1"/>
              </a:ext>
            </a:extLst>
          </p:cNvPr>
          <p:cNvSpPr/>
          <p:nvPr userDrawn="1"/>
        </p:nvSpPr>
        <p:spPr>
          <a:xfrm>
            <a:off x="7884124" y="2618088"/>
            <a:ext cx="1638001" cy="163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t> </a:t>
            </a:r>
          </a:p>
        </p:txBody>
      </p:sp>
      <p:sp>
        <p:nvSpPr>
          <p:cNvPr id="9" name="Rektangel 8">
            <a:extLst>
              <a:ext uri="{FF2B5EF4-FFF2-40B4-BE49-F238E27FC236}">
                <a16:creationId xmlns:a16="http://schemas.microsoft.com/office/drawing/2014/main" id="{90F74E0F-EE9D-22A3-84D7-E6E172D2FA8E}"/>
              </a:ext>
              <a:ext uri="{C183D7F6-B498-43B3-948B-1728B52AA6E4}">
                <adec:decorative xmlns:adec="http://schemas.microsoft.com/office/drawing/2017/decorative" val="1"/>
              </a:ext>
            </a:extLst>
          </p:cNvPr>
          <p:cNvSpPr/>
          <p:nvPr userDrawn="1"/>
        </p:nvSpPr>
        <p:spPr>
          <a:xfrm>
            <a:off x="9625911" y="877027"/>
            <a:ext cx="1640577" cy="337961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 name="Rektangel 9">
            <a:extLst>
              <a:ext uri="{FF2B5EF4-FFF2-40B4-BE49-F238E27FC236}">
                <a16:creationId xmlns:a16="http://schemas.microsoft.com/office/drawing/2014/main" id="{F5D30B52-D452-54B7-8347-023641E3D9D0}"/>
              </a:ext>
              <a:ext uri="{C183D7F6-B498-43B3-948B-1728B52AA6E4}">
                <adec:decorative xmlns:adec="http://schemas.microsoft.com/office/drawing/2017/decorative" val="1"/>
              </a:ext>
            </a:extLst>
          </p:cNvPr>
          <p:cNvSpPr/>
          <p:nvPr userDrawn="1"/>
        </p:nvSpPr>
        <p:spPr>
          <a:xfrm>
            <a:off x="7884125" y="877027"/>
            <a:ext cx="1638000" cy="163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Rektangel 11">
            <a:extLst>
              <a:ext uri="{FF2B5EF4-FFF2-40B4-BE49-F238E27FC236}">
                <a16:creationId xmlns:a16="http://schemas.microsoft.com/office/drawing/2014/main" id="{DD492395-B45A-1177-8A49-AD770F656648}"/>
              </a:ext>
              <a:ext uri="{C183D7F6-B498-43B3-948B-1728B52AA6E4}">
                <adec:decorative xmlns:adec="http://schemas.microsoft.com/office/drawing/2017/decorative" val="1"/>
              </a:ext>
            </a:extLst>
          </p:cNvPr>
          <p:cNvSpPr/>
          <p:nvPr userDrawn="1"/>
        </p:nvSpPr>
        <p:spPr>
          <a:xfrm>
            <a:off x="4400550" y="4356100"/>
            <a:ext cx="1638000" cy="16383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3" name="Rektangel 12">
            <a:extLst>
              <a:ext uri="{FF2B5EF4-FFF2-40B4-BE49-F238E27FC236}">
                <a16:creationId xmlns:a16="http://schemas.microsoft.com/office/drawing/2014/main" id="{5CDB4DBA-7F66-934D-87C1-829C1C4BF12A}"/>
              </a:ext>
              <a:ext uri="{C183D7F6-B498-43B3-948B-1728B52AA6E4}">
                <adec:decorative xmlns:adec="http://schemas.microsoft.com/office/drawing/2017/decorative" val="1"/>
              </a:ext>
            </a:extLst>
          </p:cNvPr>
          <p:cNvSpPr/>
          <p:nvPr userDrawn="1"/>
        </p:nvSpPr>
        <p:spPr>
          <a:xfrm>
            <a:off x="6142338" y="4356101"/>
            <a:ext cx="1634825" cy="163944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2" name="Bildobjekt 1">
            <a:extLst>
              <a:ext uri="{FF2B5EF4-FFF2-40B4-BE49-F238E27FC236}">
                <a16:creationId xmlns:a16="http://schemas.microsoft.com/office/drawing/2014/main" id="{D4E5481E-DB46-E294-31B0-BEA68922CCB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55486" y="4654650"/>
            <a:ext cx="2871302" cy="984564"/>
          </a:xfrm>
          <a:prstGeom prst="rect">
            <a:avLst/>
          </a:prstGeom>
        </p:spPr>
      </p:pic>
    </p:spTree>
    <p:extLst>
      <p:ext uri="{BB962C8B-B14F-4D97-AF65-F5344CB8AC3E}">
        <p14:creationId xmlns:p14="http://schemas.microsoft.com/office/powerpoint/2010/main" val="119073618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EEE3293A-95BE-F3F0-6AC8-810059495B11}"/>
              </a:ext>
            </a:extLst>
          </p:cNvPr>
          <p:cNvSpPr>
            <a:spLocks noGrp="1"/>
          </p:cNvSpPr>
          <p:nvPr>
            <p:ph type="title"/>
          </p:nvPr>
        </p:nvSpPr>
        <p:spPr>
          <a:xfrm>
            <a:off x="823118" y="876300"/>
            <a:ext cx="10538620" cy="1404000"/>
          </a:xfrm>
          <a:prstGeom prst="rect">
            <a:avLst/>
          </a:prstGeom>
        </p:spPr>
        <p:txBody>
          <a:bodyPr vert="horz" lIns="91440" tIns="45720" rIns="91440" bIns="45720" rtlCol="0" anchor="t" anchorCtr="0">
            <a:noAutofit/>
          </a:bodyPr>
          <a:lstStyle/>
          <a:p>
            <a:r>
              <a:rPr lang="sv-SE" dirty="0"/>
              <a:t>Rubrik</a:t>
            </a:r>
          </a:p>
        </p:txBody>
      </p:sp>
      <p:sp>
        <p:nvSpPr>
          <p:cNvPr id="3" name="Platshållare för text 2">
            <a:extLst>
              <a:ext uri="{FF2B5EF4-FFF2-40B4-BE49-F238E27FC236}">
                <a16:creationId xmlns:a16="http://schemas.microsoft.com/office/drawing/2014/main" id="{D1EB0856-1C7B-0C67-5671-DAEE50A399CF}"/>
              </a:ext>
            </a:extLst>
          </p:cNvPr>
          <p:cNvSpPr>
            <a:spLocks noGrp="1"/>
          </p:cNvSpPr>
          <p:nvPr>
            <p:ph type="body" idx="1"/>
          </p:nvPr>
        </p:nvSpPr>
        <p:spPr>
          <a:xfrm>
            <a:off x="823118" y="2401200"/>
            <a:ext cx="10538620" cy="3600000"/>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6" name="Platshållare för bildnummer 5">
            <a:extLst>
              <a:ext uri="{FF2B5EF4-FFF2-40B4-BE49-F238E27FC236}">
                <a16:creationId xmlns:a16="http://schemas.microsoft.com/office/drawing/2014/main" id="{561D6C64-A145-26AB-A8BE-6E3680F90D8E}"/>
              </a:ext>
            </a:extLst>
          </p:cNvPr>
          <p:cNvSpPr>
            <a:spLocks noGrp="1"/>
          </p:cNvSpPr>
          <p:nvPr>
            <p:ph type="sldNum" sz="quarter" idx="4"/>
          </p:nvPr>
        </p:nvSpPr>
        <p:spPr>
          <a:xfrm>
            <a:off x="106326" y="6370526"/>
            <a:ext cx="501502" cy="365125"/>
          </a:xfrm>
          <a:prstGeom prst="rect">
            <a:avLst/>
          </a:prstGeom>
        </p:spPr>
        <p:txBody>
          <a:bodyPr vert="horz" lIns="91440" tIns="45720" rIns="91440" bIns="45720" rtlCol="0" anchor="ctr"/>
          <a:lstStyle>
            <a:lvl1pPr algn="r">
              <a:defRPr sz="1200">
                <a:solidFill>
                  <a:schemeClr val="tx1"/>
                </a:solidFill>
              </a:defRPr>
            </a:lvl1pPr>
          </a:lstStyle>
          <a:p>
            <a:fld id="{1998DE93-7944-4E79-AD72-DA1F1D1A6E79}" type="slidenum">
              <a:rPr lang="sv-SE" smtClean="0"/>
              <a:pPr/>
              <a:t>‹#›</a:t>
            </a:fld>
            <a:endParaRPr lang="sv-SE"/>
          </a:p>
        </p:txBody>
      </p:sp>
      <p:sp>
        <p:nvSpPr>
          <p:cNvPr id="7" name="Platshållare för sidfot 4">
            <a:extLst>
              <a:ext uri="{FF2B5EF4-FFF2-40B4-BE49-F238E27FC236}">
                <a16:creationId xmlns:a16="http://schemas.microsoft.com/office/drawing/2014/main" id="{735854C2-151B-432B-ACB8-AD096C6EF17D}"/>
              </a:ext>
            </a:extLst>
          </p:cNvPr>
          <p:cNvSpPr>
            <a:spLocks noGrp="1"/>
          </p:cNvSpPr>
          <p:nvPr>
            <p:ph type="ftr" sz="quarter" idx="3"/>
          </p:nvPr>
        </p:nvSpPr>
        <p:spPr>
          <a:xfrm>
            <a:off x="823118" y="257175"/>
            <a:ext cx="5328445" cy="365125"/>
          </a:xfrm>
          <a:prstGeom prst="rect">
            <a:avLst/>
          </a:prstGeom>
        </p:spPr>
        <p:txBody>
          <a:bodyPr vert="horz" lIns="91440" tIns="45720" rIns="91440" bIns="45720" rtlCol="0" anchor="ctr"/>
          <a:lstStyle>
            <a:lvl1pPr algn="l">
              <a:defRPr sz="1200">
                <a:solidFill>
                  <a:schemeClr val="tx1"/>
                </a:solidFill>
              </a:defRPr>
            </a:lvl1pPr>
          </a:lstStyle>
          <a:p>
            <a:r>
              <a:rPr lang="sv-SE"/>
              <a:t>Presentationens namn / DATUM 20ÅR</a:t>
            </a:r>
            <a:endParaRPr lang="sv-SE" dirty="0"/>
          </a:p>
        </p:txBody>
      </p:sp>
    </p:spTree>
    <p:extLst>
      <p:ext uri="{BB962C8B-B14F-4D97-AF65-F5344CB8AC3E}">
        <p14:creationId xmlns:p14="http://schemas.microsoft.com/office/powerpoint/2010/main" val="2298421239"/>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10" r:id="rId8"/>
    <p:sldLayoutId id="2147483707" r:id="rId9"/>
    <p:sldLayoutId id="2147483708" r:id="rId10"/>
    <p:sldLayoutId id="2147483709" r:id="rId11"/>
    <p:sldLayoutId id="2147483711" r:id="rId12"/>
    <p:sldLayoutId id="2147483715" r:id="rId13"/>
    <p:sldLayoutId id="2147483712" r:id="rId14"/>
    <p:sldLayoutId id="2147483713" r:id="rId15"/>
  </p:sldLayoutIdLst>
  <p:txStyles>
    <p:titleStyle>
      <a:lvl1pPr algn="l" defTabSz="914400" rtl="0" eaLnBrk="1" latinLnBrk="0" hangingPunct="1">
        <a:lnSpc>
          <a:spcPct val="90000"/>
        </a:lnSpc>
        <a:spcBef>
          <a:spcPct val="0"/>
        </a:spcBef>
        <a:buNone/>
        <a:defRPr sz="4800" b="1" kern="1200" spc="-8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300"/>
        </a:spcBef>
        <a:buFont typeface="Arial" panose="020B0604020202020204" pitchFamily="34" charset="0"/>
        <a:buChar char="•"/>
        <a:defRPr sz="2000" kern="1200">
          <a:solidFill>
            <a:schemeClr val="tx1"/>
          </a:solidFill>
          <a:latin typeface="+mn-lt"/>
          <a:ea typeface="+mn-ea"/>
          <a:cs typeface="+mn-cs"/>
        </a:defRPr>
      </a:lvl1pPr>
      <a:lvl2pPr marL="461963" indent="-204788" algn="l" defTabSz="914400" rtl="0" eaLnBrk="1" latinLnBrk="0" hangingPunct="1">
        <a:lnSpc>
          <a:spcPct val="120000"/>
        </a:lnSpc>
        <a:spcBef>
          <a:spcPts val="300"/>
        </a:spcBef>
        <a:buFont typeface="Arial" panose="020B0604020202020204" pitchFamily="34" charset="0"/>
        <a:buChar char="•"/>
        <a:defRPr sz="1800" kern="1200">
          <a:solidFill>
            <a:schemeClr val="tx1"/>
          </a:solidFill>
          <a:latin typeface="+mn-lt"/>
          <a:ea typeface="+mn-ea"/>
          <a:cs typeface="+mn-cs"/>
        </a:defRPr>
      </a:lvl2pPr>
      <a:lvl3pPr marL="677863" indent="-187325" algn="l" defTabSz="914400" rtl="0" eaLnBrk="1" latinLnBrk="0" hangingPunct="1">
        <a:lnSpc>
          <a:spcPct val="120000"/>
        </a:lnSpc>
        <a:spcBef>
          <a:spcPts val="300"/>
        </a:spcBef>
        <a:buFont typeface="Arial" panose="020B0604020202020204" pitchFamily="34" charset="0"/>
        <a:buChar char="•"/>
        <a:defRPr sz="1600" kern="1200">
          <a:solidFill>
            <a:schemeClr val="tx1"/>
          </a:solidFill>
          <a:latin typeface="+mn-lt"/>
          <a:ea typeface="+mn-ea"/>
          <a:cs typeface="+mn-cs"/>
        </a:defRPr>
      </a:lvl3pPr>
      <a:lvl4pPr marL="876300" indent="-180975" algn="l" defTabSz="914400" rtl="0" eaLnBrk="1" latinLnBrk="0" hangingPunct="1">
        <a:lnSpc>
          <a:spcPct val="120000"/>
        </a:lnSpc>
        <a:spcBef>
          <a:spcPts val="300"/>
        </a:spcBef>
        <a:buFont typeface="Arial" panose="020B0604020202020204" pitchFamily="34" charset="0"/>
        <a:buChar char="•"/>
        <a:defRPr sz="1400" kern="1200">
          <a:solidFill>
            <a:schemeClr val="tx1"/>
          </a:solidFill>
          <a:latin typeface="+mn-lt"/>
          <a:ea typeface="+mn-ea"/>
          <a:cs typeface="+mn-cs"/>
        </a:defRPr>
      </a:lvl4pPr>
      <a:lvl5pPr marL="1055688" indent="-161925" algn="l" defTabSz="914400" rtl="0" eaLnBrk="1" latinLnBrk="0" hangingPunct="1">
        <a:lnSpc>
          <a:spcPct val="120000"/>
        </a:lnSpc>
        <a:spcBef>
          <a:spcPts val="3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9">
          <p15:clr>
            <a:srgbClr val="A4A3A4"/>
          </p15:clr>
        </p15:guide>
        <p15:guide id="2" orient="horz" pos="552">
          <p15:clr>
            <a:srgbClr val="A4A3A4"/>
          </p15:clr>
        </p15:guide>
        <p15:guide id="3" orient="horz" pos="1584">
          <p15:clr>
            <a:srgbClr val="A4A3A4"/>
          </p15:clr>
        </p15:guide>
        <p15:guide id="4" orient="horz" pos="1648">
          <p15:clr>
            <a:srgbClr val="A4A3A4"/>
          </p15:clr>
        </p15:guide>
        <p15:guide id="5" orient="horz" pos="2681">
          <p15:clr>
            <a:srgbClr val="A4A3A4"/>
          </p15:clr>
        </p15:guide>
        <p15:guide id="6" orient="horz" pos="2744">
          <p15:clr>
            <a:srgbClr val="A4A3A4"/>
          </p15:clr>
        </p15:guide>
        <p15:guide id="7" orient="horz" pos="3776">
          <p15:clr>
            <a:srgbClr val="A4A3A4"/>
          </p15:clr>
        </p15:guide>
        <p15:guide id="8" orient="horz" pos="3841">
          <p15:clr>
            <a:srgbClr val="A4A3A4"/>
          </p15:clr>
        </p15:guide>
        <p15:guide id="10" pos="582">
          <p15:clr>
            <a:srgbClr val="A4A3A4"/>
          </p15:clr>
        </p15:guide>
        <p15:guide id="11" pos="1613">
          <p15:clr>
            <a:srgbClr val="A4A3A4"/>
          </p15:clr>
        </p15:guide>
        <p15:guide id="12" pos="1676">
          <p15:clr>
            <a:srgbClr val="A4A3A4"/>
          </p15:clr>
        </p15:guide>
        <p15:guide id="13" pos="2708">
          <p15:clr>
            <a:srgbClr val="A4A3A4"/>
          </p15:clr>
        </p15:guide>
        <p15:guide id="14" pos="2772">
          <p15:clr>
            <a:srgbClr val="A4A3A4"/>
          </p15:clr>
        </p15:guide>
        <p15:guide id="15" pos="3803">
          <p15:clr>
            <a:srgbClr val="A4A3A4"/>
          </p15:clr>
        </p15:guide>
        <p15:guide id="16" pos="3867">
          <p15:clr>
            <a:srgbClr val="A4A3A4"/>
          </p15:clr>
        </p15:guide>
        <p15:guide id="17" pos="4899" userDrawn="1">
          <p15:clr>
            <a:srgbClr val="A4A3A4"/>
          </p15:clr>
        </p15:guide>
        <p15:guide id="18" pos="4963" userDrawn="1">
          <p15:clr>
            <a:srgbClr val="A4A3A4"/>
          </p15:clr>
        </p15:guide>
        <p15:guide id="19" pos="5994" userDrawn="1">
          <p15:clr>
            <a:srgbClr val="A4A3A4"/>
          </p15:clr>
        </p15:guide>
        <p15:guide id="20" pos="6059" userDrawn="1">
          <p15:clr>
            <a:srgbClr val="A4A3A4"/>
          </p15:clr>
        </p15:guide>
        <p15:guide id="21" pos="7091" userDrawn="1">
          <p15:clr>
            <a:srgbClr val="A4A3A4"/>
          </p15:clr>
        </p15:guide>
        <p15:guide id="22" pos="7157" userDrawn="1">
          <p15:clr>
            <a:srgbClr val="A4A3A4"/>
          </p15:clr>
        </p15:guide>
        <p15:guide id="23" pos="518">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e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latshållare för bild 12">
            <a:extLst>
              <a:ext uri="{FF2B5EF4-FFF2-40B4-BE49-F238E27FC236}">
                <a16:creationId xmlns:a16="http://schemas.microsoft.com/office/drawing/2014/main" id="{79C7BBEC-0902-E90E-A410-9069702DD0C4}"/>
              </a:ext>
            </a:extLst>
          </p:cNvPr>
          <p:cNvPicPr>
            <a:picLocks noGrp="1" noChangeAspect="1"/>
          </p:cNvPicPr>
          <p:nvPr>
            <p:ph type="pic" sz="quarter" idx="12"/>
          </p:nvPr>
        </p:nvPicPr>
        <p:blipFill>
          <a:blip r:embed="rId3">
            <a:extLst>
              <a:ext uri="{28A0092B-C50C-407E-A947-70E740481C1C}">
                <a14:useLocalDpi xmlns:a14="http://schemas.microsoft.com/office/drawing/2010/main" val="0"/>
              </a:ext>
            </a:extLst>
          </a:blip>
          <a:srcRect t="28906" b="28906"/>
          <a:stretch>
            <a:fillRect/>
          </a:stretch>
        </p:blipFill>
        <p:spPr>
          <a:xfrm>
            <a:off x="0" y="29184"/>
            <a:ext cx="12192000" cy="6858000"/>
          </a:xfrm>
          <a:prstGeom prst="rect">
            <a:avLst/>
          </a:prstGeom>
          <a:solidFill>
            <a:prstClr val="white">
              <a:lumMod val="85000"/>
            </a:prstClr>
          </a:solidFill>
        </p:spPr>
      </p:pic>
      <p:sp>
        <p:nvSpPr>
          <p:cNvPr id="3" name="Rubrik 2">
            <a:extLst>
              <a:ext uri="{FF2B5EF4-FFF2-40B4-BE49-F238E27FC236}">
                <a16:creationId xmlns:a16="http://schemas.microsoft.com/office/drawing/2014/main" id="{5E91175C-096B-EC19-34D8-EEC17D967E88}"/>
              </a:ext>
            </a:extLst>
          </p:cNvPr>
          <p:cNvSpPr>
            <a:spLocks noGrp="1"/>
          </p:cNvSpPr>
          <p:nvPr>
            <p:ph type="ctrTitle"/>
          </p:nvPr>
        </p:nvSpPr>
        <p:spPr>
          <a:xfrm>
            <a:off x="762383" y="4481942"/>
            <a:ext cx="8024137" cy="1638300"/>
          </a:xfrm>
          <a:noFill/>
        </p:spPr>
        <p:txBody>
          <a:bodyPr/>
          <a:lstStyle/>
          <a:p>
            <a:r>
              <a:rPr lang="sv-SE" sz="5400" dirty="0">
                <a:solidFill>
                  <a:schemeClr val="bg1"/>
                </a:solidFill>
              </a:rPr>
              <a:t>NRF</a:t>
            </a:r>
          </a:p>
        </p:txBody>
      </p:sp>
      <p:sp>
        <p:nvSpPr>
          <p:cNvPr id="4" name="Underrubrik 3">
            <a:extLst>
              <a:ext uri="{FF2B5EF4-FFF2-40B4-BE49-F238E27FC236}">
                <a16:creationId xmlns:a16="http://schemas.microsoft.com/office/drawing/2014/main" id="{C9FD124B-89F0-8851-AB3F-0FB9C9DD1178}"/>
              </a:ext>
            </a:extLst>
          </p:cNvPr>
          <p:cNvSpPr>
            <a:spLocks noGrp="1"/>
          </p:cNvSpPr>
          <p:nvPr>
            <p:ph type="subTitle" idx="1"/>
          </p:nvPr>
        </p:nvSpPr>
        <p:spPr>
          <a:xfrm>
            <a:off x="1033463" y="5301092"/>
            <a:ext cx="8834009" cy="341630"/>
          </a:xfrm>
        </p:spPr>
        <p:txBody>
          <a:bodyPr/>
          <a:lstStyle/>
          <a:p>
            <a:r>
              <a:rPr lang="sv-SE" sz="2800" b="1" dirty="0">
                <a:solidFill>
                  <a:schemeClr val="bg1"/>
                </a:solidFill>
              </a:rPr>
              <a:t>Kartläggning av livsmiljötyper i skyddade områden</a:t>
            </a:r>
          </a:p>
        </p:txBody>
      </p:sp>
      <p:pic>
        <p:nvPicPr>
          <p:cNvPr id="8" name="Bildobjekt 7">
            <a:extLst>
              <a:ext uri="{FF2B5EF4-FFF2-40B4-BE49-F238E27FC236}">
                <a16:creationId xmlns:a16="http://schemas.microsoft.com/office/drawing/2014/main" id="{E1D80237-7CD3-3745-89B2-83E8BE583253}"/>
              </a:ext>
            </a:extLst>
          </p:cNvPr>
          <p:cNvPicPr>
            <a:picLocks noChangeAspect="1"/>
          </p:cNvPicPr>
          <p:nvPr/>
        </p:nvPicPr>
        <p:blipFill>
          <a:blip r:embed="rId4"/>
          <a:stretch>
            <a:fillRect/>
          </a:stretch>
        </p:blipFill>
        <p:spPr>
          <a:xfrm>
            <a:off x="9867472" y="4588115"/>
            <a:ext cx="1639966" cy="1639966"/>
          </a:xfrm>
          <a:prstGeom prst="rect">
            <a:avLst/>
          </a:prstGeom>
        </p:spPr>
      </p:pic>
    </p:spTree>
    <p:extLst>
      <p:ext uri="{BB962C8B-B14F-4D97-AF65-F5344CB8AC3E}">
        <p14:creationId xmlns:p14="http://schemas.microsoft.com/office/powerpoint/2010/main" val="1317093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Vad är naturrestaureringsförordningen?</a:t>
            </a:r>
          </a:p>
        </p:txBody>
      </p:sp>
      <p:sp>
        <p:nvSpPr>
          <p:cNvPr id="3" name="Content Placeholder 2"/>
          <p:cNvSpPr>
            <a:spLocks noGrp="1"/>
          </p:cNvSpPr>
          <p:nvPr>
            <p:ph sz="quarter" idx="12"/>
          </p:nvPr>
        </p:nvSpPr>
        <p:spPr/>
        <p:txBody>
          <a:bodyPr/>
          <a:lstStyle/>
          <a:p>
            <a:r>
              <a:rPr sz="1800"/>
              <a:t>EU-förordning (2024/1991), i kraft augusti 2024 – direkt bindande</a:t>
            </a:r>
          </a:p>
          <a:p>
            <a:r>
              <a:rPr sz="1800"/>
              <a:t>Mål: restaurering på 20 % av EU:s land och hav till 2030, alla ekosystem 2050</a:t>
            </a:r>
          </a:p>
          <a:p>
            <a:r>
              <a:rPr sz="1800"/>
              <a:t>Livsmiljötyper: tillståndet ska vara känt för 90 % av arealen till 2030</a:t>
            </a:r>
          </a:p>
          <a:p>
            <a:r>
              <a:rPr sz="1800"/>
              <a:t>Sverige lämnar nationell restaureringsplan till EU 2026 (utkast) och 2027</a:t>
            </a:r>
          </a:p>
        </p:txBody>
      </p:sp>
      <p:sp>
        <p:nvSpPr>
          <p:cNvPr id="6" name="Rounded Rectangle 5"/>
          <p:cNvSpPr/>
          <p:nvPr/>
        </p:nvSpPr>
        <p:spPr>
          <a:xfrm>
            <a:off x="6675120" y="2450592"/>
            <a:ext cx="4206240" cy="868680"/>
          </a:xfrm>
          <a:prstGeom prst="roundRect">
            <a:avLst>
              <a:gd name="adj" fmla="val 1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600" b="1">
                <a:solidFill>
                  <a:srgbClr val="FFFFFF"/>
                </a:solidFill>
              </a:rPr>
              <a:t>EU:s naturrestaurerings-</a:t>
            </a:r>
          </a:p>
          <a:p>
            <a:pPr algn="ctr">
              <a:spcBef>
                <a:spcPts val="0"/>
              </a:spcBef>
            </a:pPr>
            <a:r>
              <a:rPr sz="1600" b="1">
                <a:solidFill>
                  <a:srgbClr val="FFFFFF"/>
                </a:solidFill>
              </a:rPr>
              <a:t>förordning</a:t>
            </a:r>
          </a:p>
        </p:txBody>
      </p:sp>
      <p:sp>
        <p:nvSpPr>
          <p:cNvPr id="7" name="Down Arrow 6"/>
          <p:cNvSpPr/>
          <p:nvPr/>
        </p:nvSpPr>
        <p:spPr>
          <a:xfrm>
            <a:off x="8595360" y="3374136"/>
            <a:ext cx="365760" cy="301752"/>
          </a:xfrm>
          <a:prstGeom prst="down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675120" y="3730752"/>
            <a:ext cx="4206240" cy="868680"/>
          </a:xfrm>
          <a:prstGeom prst="roundRect">
            <a:avLst>
              <a:gd name="adj" fmla="val 12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600" b="1">
                <a:solidFill>
                  <a:srgbClr val="000000"/>
                </a:solidFill>
              </a:rPr>
              <a:t>Nationell</a:t>
            </a:r>
          </a:p>
          <a:p>
            <a:pPr algn="ctr">
              <a:spcBef>
                <a:spcPts val="0"/>
              </a:spcBef>
            </a:pPr>
            <a:r>
              <a:rPr sz="1600" b="1">
                <a:solidFill>
                  <a:srgbClr val="000000"/>
                </a:solidFill>
              </a:rPr>
              <a:t>restaureringsplan</a:t>
            </a:r>
          </a:p>
        </p:txBody>
      </p:sp>
      <p:sp>
        <p:nvSpPr>
          <p:cNvPr id="9" name="Down Arrow 8"/>
          <p:cNvSpPr/>
          <p:nvPr/>
        </p:nvSpPr>
        <p:spPr>
          <a:xfrm>
            <a:off x="8595360" y="4654296"/>
            <a:ext cx="365760" cy="301752"/>
          </a:xfrm>
          <a:prstGeom prst="down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675120" y="5010912"/>
            <a:ext cx="4206240" cy="868680"/>
          </a:xfrm>
          <a:prstGeom prst="roundRect">
            <a:avLst>
              <a:gd name="adj" fmla="val 1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600" b="1">
                <a:solidFill>
                  <a:srgbClr val="000000"/>
                </a:solidFill>
              </a:rPr>
              <a:t>Länsstyrelsernas</a:t>
            </a:r>
          </a:p>
          <a:p>
            <a:pPr algn="ctr">
              <a:spcBef>
                <a:spcPts val="0"/>
              </a:spcBef>
            </a:pPr>
            <a:r>
              <a:rPr sz="1600" b="1">
                <a:solidFill>
                  <a:srgbClr val="000000"/>
                </a:solidFill>
              </a:rPr>
              <a:t>kartläggning</a:t>
            </a:r>
          </a:p>
        </p:txBody>
      </p:sp>
      <p:sp>
        <p:nvSpPr>
          <p:cNvPr id="13" name="Platshållare för text 12">
            <a:extLst>
              <a:ext uri="{FF2B5EF4-FFF2-40B4-BE49-F238E27FC236}">
                <a16:creationId xmlns:a16="http://schemas.microsoft.com/office/drawing/2014/main" id="{78A6F4C4-2669-E05C-8743-2FC90B8F9D97}"/>
              </a:ext>
            </a:extLst>
          </p:cNvPr>
          <p:cNvSpPr>
            <a:spLocks noGrp="1"/>
          </p:cNvSpPr>
          <p:nvPr>
            <p:ph type="body" sz="quarter" idx="14"/>
          </p:nvPr>
        </p:nvSpPr>
        <p:spPr/>
        <p:txBody>
          <a:bodyPr/>
          <a:lstStyle/>
          <a:p>
            <a:r>
              <a:rPr lang="sv-SE" dirty="0"/>
              <a:t>NRF - 2026-09-02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t>Bedöma vilka livsmiljötyper som finns och deras areal</a:t>
            </a:r>
          </a:p>
          <a:p>
            <a:r>
              <a:t>Bedöma tillstånd: gott, inte gott eller okänt – med underlag och datum</a:t>
            </a:r>
          </a:p>
          <a:p>
            <a:r>
              <a:t>Där tillståndet är okänt: plan för hur det ska bli känt</a:t>
            </a:r>
          </a:p>
        </p:txBody>
      </p:sp>
      <p:pic>
        <p:nvPicPr>
          <p:cNvPr id="3" name="Picture Placeholder 2" descr="image.jpg"/>
          <p:cNvPicPr>
            <a:picLocks noGrp="1" noChangeAspect="1"/>
          </p:cNvPicPr>
          <p:nvPr>
            <p:ph type="pic" sz="quarter" idx="15"/>
          </p:nvPr>
        </p:nvPicPr>
        <p:blipFill>
          <a:blip r:embed="rId3"/>
          <a:srcRect l="6017" r="6017"/>
          <a:stretch>
            <a:fillRect/>
          </a:stretch>
        </p:blipFill>
        <p:spPr/>
      </p:pic>
      <p:sp>
        <p:nvSpPr>
          <p:cNvPr id="4" name="Text Placeholder 3"/>
          <p:cNvSpPr>
            <a:spLocks noGrp="1"/>
          </p:cNvSpPr>
          <p:nvPr>
            <p:ph type="body" sz="quarter" idx="14"/>
          </p:nvPr>
        </p:nvSpPr>
        <p:spPr/>
        <p:txBody>
          <a:bodyPr/>
          <a:lstStyle/>
          <a:p>
            <a:r>
              <a:rPr lang="sv-SE" dirty="0"/>
              <a:t>NRF - 2026-09-02</a:t>
            </a:r>
          </a:p>
          <a:p>
            <a:endParaRPr dirty="0"/>
          </a:p>
        </p:txBody>
      </p:sp>
      <p:sp>
        <p:nvSpPr>
          <p:cNvPr id="5" name="Title 4"/>
          <p:cNvSpPr>
            <a:spLocks noGrp="1"/>
          </p:cNvSpPr>
          <p:nvPr>
            <p:ph type="title"/>
          </p:nvPr>
        </p:nvSpPr>
        <p:spPr/>
        <p:txBody>
          <a:bodyPr/>
          <a:lstStyle/>
          <a:p>
            <a:r>
              <a:t>Länsstyrelsernas uppdrag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4"/>
          </p:nvPr>
        </p:nvSpPr>
        <p:spPr/>
        <p:txBody>
          <a:bodyPr/>
          <a:lstStyle/>
          <a:p>
            <a:r>
              <a:rPr lang="sv-SE" dirty="0"/>
              <a:t>NRF - 2026-09-02</a:t>
            </a:r>
          </a:p>
          <a:p>
            <a:endParaRPr dirty="0"/>
          </a:p>
        </p:txBody>
      </p:sp>
      <p:sp>
        <p:nvSpPr>
          <p:cNvPr id="4" name="Title 3"/>
          <p:cNvSpPr>
            <a:spLocks noGrp="1"/>
          </p:cNvSpPr>
          <p:nvPr>
            <p:ph type="title"/>
          </p:nvPr>
        </p:nvSpPr>
        <p:spPr/>
        <p:txBody>
          <a:bodyPr/>
          <a:lstStyle/>
          <a:p>
            <a:r>
              <a:t>Vilka områden ingår?</a:t>
            </a:r>
          </a:p>
        </p:txBody>
      </p:sp>
      <p:sp>
        <p:nvSpPr>
          <p:cNvPr id="5" name="Rounded Rectangle 4"/>
          <p:cNvSpPr/>
          <p:nvPr/>
        </p:nvSpPr>
        <p:spPr>
          <a:xfrm>
            <a:off x="822960" y="2496312"/>
            <a:ext cx="3270504" cy="274320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2400" b="1">
                <a:solidFill>
                  <a:srgbClr val="000000"/>
                </a:solidFill>
              </a:rPr>
              <a:t>Natura 2000</a:t>
            </a:r>
          </a:p>
          <a:p>
            <a:pPr algn="ctr">
              <a:spcBef>
                <a:spcPts val="1000"/>
              </a:spcBef>
            </a:pPr>
            <a:r>
              <a:rPr sz="1600" b="0">
                <a:solidFill>
                  <a:srgbClr val="000000"/>
                </a:solidFill>
              </a:rPr>
              <a:t>Områden utpekade enligt</a:t>
            </a:r>
          </a:p>
          <a:p>
            <a:pPr algn="ctr">
              <a:spcBef>
                <a:spcPts val="0"/>
              </a:spcBef>
            </a:pPr>
            <a:r>
              <a:rPr sz="1600" b="0">
                <a:solidFill>
                  <a:srgbClr val="000000"/>
                </a:solidFill>
              </a:rPr>
              <a:t>art- och habitatdirektivet (SCI/SAC)</a:t>
            </a:r>
          </a:p>
        </p:txBody>
      </p:sp>
      <p:sp>
        <p:nvSpPr>
          <p:cNvPr id="6" name="Rounded Rectangle 5"/>
          <p:cNvSpPr/>
          <p:nvPr/>
        </p:nvSpPr>
        <p:spPr>
          <a:xfrm>
            <a:off x="4459224" y="2496312"/>
            <a:ext cx="3270504" cy="274320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2400" b="1">
                <a:solidFill>
                  <a:srgbClr val="000000"/>
                </a:solidFill>
              </a:rPr>
              <a:t>Naturreservat</a:t>
            </a:r>
          </a:p>
          <a:p>
            <a:pPr algn="ctr">
              <a:spcBef>
                <a:spcPts val="1000"/>
              </a:spcBef>
            </a:pPr>
            <a:r>
              <a:rPr sz="1600" b="0">
                <a:solidFill>
                  <a:srgbClr val="000000"/>
                </a:solidFill>
              </a:rPr>
              <a:t>Alla naturreservat</a:t>
            </a:r>
          </a:p>
          <a:p>
            <a:pPr algn="ctr">
              <a:spcBef>
                <a:spcPts val="0"/>
              </a:spcBef>
            </a:pPr>
            <a:r>
              <a:rPr sz="1600" b="0">
                <a:solidFill>
                  <a:srgbClr val="000000"/>
                </a:solidFill>
              </a:rPr>
              <a:t>i länet</a:t>
            </a:r>
          </a:p>
        </p:txBody>
      </p:sp>
      <p:sp>
        <p:nvSpPr>
          <p:cNvPr id="7" name="Rounded Rectangle 6"/>
          <p:cNvSpPr/>
          <p:nvPr/>
        </p:nvSpPr>
        <p:spPr>
          <a:xfrm>
            <a:off x="8095488" y="2496312"/>
            <a:ext cx="3270504" cy="2743200"/>
          </a:xfrm>
          <a:prstGeom prst="roundRect">
            <a:avLst>
              <a:gd name="adj" fmla="val 8000"/>
            </a:avLst>
          </a:prstGeom>
          <a:solidFill>
            <a:schemeClr val="bg1"/>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2400" b="1">
                <a:solidFill>
                  <a:srgbClr val="000000"/>
                </a:solidFill>
              </a:rPr>
              <a:t>Nationalparker</a:t>
            </a:r>
          </a:p>
          <a:p>
            <a:pPr algn="ctr">
              <a:spcBef>
                <a:spcPts val="1000"/>
              </a:spcBef>
            </a:pPr>
            <a:r>
              <a:rPr sz="1600" b="0">
                <a:solidFill>
                  <a:srgbClr val="595959"/>
                </a:solidFill>
              </a:rPr>
              <a:t>Ingår i uppdraget –</a:t>
            </a:r>
          </a:p>
          <a:p>
            <a:pPr algn="ctr">
              <a:spcBef>
                <a:spcPts val="0"/>
              </a:spcBef>
            </a:pPr>
            <a:r>
              <a:rPr sz="1600" b="0">
                <a:solidFill>
                  <a:srgbClr val="595959"/>
                </a:solidFill>
              </a:rPr>
              <a:t>men finns inte i Södermanland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22721" y="1885916"/>
            <a:ext cx="6954837" cy="3600000"/>
          </a:xfrm>
        </p:spPr>
        <p:txBody>
          <a:bodyPr/>
          <a:lstStyle/>
          <a:p>
            <a:r>
              <a:rPr dirty="0" err="1"/>
              <a:t>Samlad</a:t>
            </a:r>
            <a:r>
              <a:rPr dirty="0"/>
              <a:t> </a:t>
            </a:r>
            <a:r>
              <a:rPr dirty="0" err="1"/>
              <a:t>bild</a:t>
            </a:r>
            <a:r>
              <a:rPr dirty="0"/>
              <a:t> av </a:t>
            </a:r>
            <a:r>
              <a:rPr dirty="0" err="1"/>
              <a:t>vad</a:t>
            </a:r>
            <a:r>
              <a:rPr dirty="0"/>
              <a:t> </a:t>
            </a:r>
            <a:r>
              <a:rPr dirty="0" err="1"/>
              <a:t>som</a:t>
            </a:r>
            <a:r>
              <a:rPr dirty="0"/>
              <a:t> </a:t>
            </a:r>
            <a:r>
              <a:rPr dirty="0" err="1"/>
              <a:t>finns</a:t>
            </a:r>
            <a:r>
              <a:rPr dirty="0"/>
              <a:t> </a:t>
            </a:r>
            <a:r>
              <a:rPr dirty="0" err="1"/>
              <a:t>i</a:t>
            </a:r>
            <a:r>
              <a:rPr dirty="0"/>
              <a:t> </a:t>
            </a:r>
            <a:r>
              <a:rPr dirty="0" err="1"/>
              <a:t>skyddade</a:t>
            </a:r>
            <a:r>
              <a:rPr dirty="0"/>
              <a:t> </a:t>
            </a:r>
            <a:r>
              <a:rPr dirty="0" err="1"/>
              <a:t>områden</a:t>
            </a:r>
            <a:r>
              <a:rPr dirty="0"/>
              <a:t> och </a:t>
            </a:r>
            <a:r>
              <a:rPr dirty="0" err="1"/>
              <a:t>hur</a:t>
            </a:r>
            <a:r>
              <a:rPr dirty="0"/>
              <a:t> det </a:t>
            </a:r>
            <a:r>
              <a:rPr dirty="0" err="1"/>
              <a:t>mår</a:t>
            </a:r>
            <a:endParaRPr dirty="0"/>
          </a:p>
          <a:p>
            <a:r>
              <a:rPr dirty="0"/>
              <a:t>Grund för </a:t>
            </a:r>
            <a:r>
              <a:rPr dirty="0" err="1"/>
              <a:t>restaurering</a:t>
            </a:r>
            <a:r>
              <a:rPr dirty="0"/>
              <a:t>, </a:t>
            </a:r>
            <a:r>
              <a:rPr dirty="0" err="1"/>
              <a:t>skydd</a:t>
            </a:r>
            <a:r>
              <a:rPr dirty="0"/>
              <a:t> och </a:t>
            </a:r>
            <a:r>
              <a:rPr dirty="0" err="1"/>
              <a:t>uppföljning</a:t>
            </a:r>
            <a:r>
              <a:rPr dirty="0"/>
              <a:t> </a:t>
            </a:r>
            <a:r>
              <a:rPr dirty="0" err="1"/>
              <a:t>över</a:t>
            </a:r>
            <a:r>
              <a:rPr dirty="0"/>
              <a:t> </a:t>
            </a:r>
            <a:r>
              <a:rPr dirty="0" err="1"/>
              <a:t>tid</a:t>
            </a:r>
            <a:endParaRPr dirty="0"/>
          </a:p>
          <a:p>
            <a:r>
              <a:rPr dirty="0" err="1"/>
              <a:t>Underlag</a:t>
            </a:r>
            <a:r>
              <a:rPr dirty="0"/>
              <a:t> för </a:t>
            </a:r>
            <a:r>
              <a:rPr dirty="0" err="1"/>
              <a:t>att</a:t>
            </a:r>
            <a:r>
              <a:rPr dirty="0"/>
              <a:t> </a:t>
            </a:r>
            <a:r>
              <a:rPr dirty="0" err="1"/>
              <a:t>revidera</a:t>
            </a:r>
            <a:r>
              <a:rPr dirty="0"/>
              <a:t> </a:t>
            </a:r>
            <a:r>
              <a:rPr dirty="0" err="1"/>
              <a:t>beslut</a:t>
            </a:r>
            <a:r>
              <a:rPr dirty="0"/>
              <a:t>, </a:t>
            </a:r>
            <a:r>
              <a:rPr dirty="0" err="1"/>
              <a:t>skötsel</a:t>
            </a:r>
            <a:r>
              <a:rPr dirty="0"/>
              <a:t>- och </a:t>
            </a:r>
            <a:r>
              <a:rPr dirty="0" err="1"/>
              <a:t>bevarandeplaner</a:t>
            </a:r>
            <a:endParaRPr dirty="0"/>
          </a:p>
          <a:p>
            <a:r>
              <a:rPr dirty="0" err="1"/>
              <a:t>Sveriges</a:t>
            </a:r>
            <a:r>
              <a:rPr dirty="0"/>
              <a:t> </a:t>
            </a:r>
            <a:r>
              <a:rPr dirty="0" err="1"/>
              <a:t>rapportering</a:t>
            </a:r>
            <a:r>
              <a:rPr dirty="0"/>
              <a:t> till EU: Natura 2000 (SDF) och </a:t>
            </a:r>
            <a:r>
              <a:rPr dirty="0" err="1"/>
              <a:t>artikel</a:t>
            </a:r>
            <a:r>
              <a:rPr dirty="0"/>
              <a:t> 17 (</a:t>
            </a:r>
            <a:r>
              <a:rPr dirty="0" err="1"/>
              <a:t>nästa</a:t>
            </a:r>
            <a:r>
              <a:rPr dirty="0"/>
              <a:t> 2031)</a:t>
            </a:r>
          </a:p>
        </p:txBody>
      </p:sp>
      <p:pic>
        <p:nvPicPr>
          <p:cNvPr id="3" name="Picture Placeholder 2" descr="image.jpg"/>
          <p:cNvPicPr>
            <a:picLocks noGrp="1" noChangeAspect="1"/>
          </p:cNvPicPr>
          <p:nvPr>
            <p:ph type="pic" sz="quarter" idx="15"/>
          </p:nvPr>
        </p:nvPicPr>
        <p:blipFill>
          <a:blip r:embed="rId3"/>
          <a:srcRect l="6005" r="6005"/>
          <a:stretch>
            <a:fillRect/>
          </a:stretch>
        </p:blipFill>
        <p:spPr/>
      </p:pic>
      <p:sp>
        <p:nvSpPr>
          <p:cNvPr id="4" name="Text Placeholder 3"/>
          <p:cNvSpPr>
            <a:spLocks noGrp="1"/>
          </p:cNvSpPr>
          <p:nvPr>
            <p:ph type="body" sz="quarter" idx="14"/>
          </p:nvPr>
        </p:nvSpPr>
        <p:spPr/>
        <p:txBody>
          <a:bodyPr/>
          <a:lstStyle/>
          <a:p>
            <a:r>
              <a:rPr lang="sv-SE" dirty="0"/>
              <a:t>NRF - 2026-09-02</a:t>
            </a:r>
          </a:p>
          <a:p>
            <a:endParaRPr dirty="0"/>
          </a:p>
        </p:txBody>
      </p:sp>
      <p:sp>
        <p:nvSpPr>
          <p:cNvPr id="5" name="Title 4"/>
          <p:cNvSpPr>
            <a:spLocks noGrp="1"/>
          </p:cNvSpPr>
          <p:nvPr>
            <p:ph type="title"/>
          </p:nvPr>
        </p:nvSpPr>
        <p:spPr>
          <a:xfrm>
            <a:off x="823118" y="876300"/>
            <a:ext cx="6954045" cy="806585"/>
          </a:xfrm>
        </p:spPr>
        <p:txBody>
          <a:bodyPr/>
          <a:lstStyle/>
          <a:p>
            <a:r>
              <a:rPr dirty="0" err="1"/>
              <a:t>Varför</a:t>
            </a:r>
            <a:r>
              <a:rPr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4"/>
          </p:nvPr>
        </p:nvSpPr>
        <p:spPr/>
        <p:txBody>
          <a:bodyPr/>
          <a:lstStyle/>
          <a:p>
            <a:r>
              <a:rPr lang="sv-SE" dirty="0"/>
              <a:t>NRF - 2026-09-02</a:t>
            </a:r>
          </a:p>
          <a:p>
            <a:endParaRPr dirty="0"/>
          </a:p>
        </p:txBody>
      </p:sp>
      <p:sp>
        <p:nvSpPr>
          <p:cNvPr id="4" name="Title 3"/>
          <p:cNvSpPr>
            <a:spLocks noGrp="1"/>
          </p:cNvSpPr>
          <p:nvPr>
            <p:ph type="title"/>
          </p:nvPr>
        </p:nvSpPr>
        <p:spPr>
          <a:xfrm>
            <a:off x="823118" y="876300"/>
            <a:ext cx="10440000" cy="855223"/>
          </a:xfrm>
        </p:spPr>
        <p:txBody>
          <a:bodyPr/>
          <a:lstStyle/>
          <a:p>
            <a:r>
              <a:rPr dirty="0" err="1"/>
              <a:t>Tidsplan</a:t>
            </a:r>
            <a:endParaRPr dirty="0"/>
          </a:p>
        </p:txBody>
      </p:sp>
      <p:sp>
        <p:nvSpPr>
          <p:cNvPr id="5" name="Rectangle 4"/>
          <p:cNvSpPr/>
          <p:nvPr/>
        </p:nvSpPr>
        <p:spPr>
          <a:xfrm>
            <a:off x="822960" y="2697480"/>
            <a:ext cx="1054303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22960" y="2473452"/>
            <a:ext cx="502920" cy="50292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17320" y="2265760"/>
            <a:ext cx="2676144" cy="548640"/>
          </a:xfrm>
          <a:prstGeom prst="rect">
            <a:avLst/>
          </a:prstGeom>
          <a:noFill/>
        </p:spPr>
        <p:txBody>
          <a:bodyPr wrap="square" lIns="109728" tIns="54864" rIns="109728" bIns="54864" anchor="ctr">
            <a:spAutoFit/>
          </a:bodyPr>
          <a:lstStyle/>
          <a:p>
            <a:pPr algn="l"/>
            <a:r>
              <a:rPr sz="2800" b="1" dirty="0"/>
              <a:t>2026</a:t>
            </a:r>
          </a:p>
        </p:txBody>
      </p:sp>
      <p:sp>
        <p:nvSpPr>
          <p:cNvPr id="8" name="Rounded Rectangle 7"/>
          <p:cNvSpPr/>
          <p:nvPr/>
        </p:nvSpPr>
        <p:spPr>
          <a:xfrm>
            <a:off x="822960" y="3227832"/>
            <a:ext cx="3270504" cy="2670048"/>
          </a:xfrm>
          <a:prstGeom prst="roundRect">
            <a:avLst>
              <a:gd name="adj" fmla="val 5000"/>
            </a:avLst>
          </a:prstGeom>
          <a:solidFill>
            <a:schemeClr val="bg1"/>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3337560"/>
            <a:ext cx="3087624" cy="2487168"/>
          </a:xfrm>
          <a:prstGeom prst="rect">
            <a:avLst/>
          </a:prstGeom>
          <a:noFill/>
        </p:spPr>
        <p:txBody>
          <a:bodyPr wrap="square" lIns="109728" tIns="54864" rIns="109728" bIns="54864" anchor="t">
            <a:spAutoFit/>
          </a:bodyPr>
          <a:lstStyle/>
          <a:p>
            <a:pPr algn="l"/>
            <a:r>
              <a:rPr sz="1700" b="1"/>
              <a:t>Natura 2000</a:t>
            </a:r>
          </a:p>
          <a:p>
            <a:pPr marL="201168" indent="-201168" algn="l">
              <a:spcBef>
                <a:spcPts val="1000"/>
              </a:spcBef>
              <a:buFont typeface="Arial"/>
              <a:buChar char="•"/>
            </a:pPr>
            <a:r>
              <a:rPr sz="1500" b="0"/>
              <a:t>Areal i gott / inte gott tillstånd (där känt)</a:t>
            </a:r>
          </a:p>
          <a:p>
            <a:pPr marL="201168" indent="-201168" algn="l">
              <a:spcBef>
                <a:spcPts val="1000"/>
              </a:spcBef>
              <a:buFont typeface="Arial"/>
              <a:buChar char="•"/>
            </a:pPr>
            <a:r>
              <a:rPr sz="1500" b="0"/>
              <a:t>Areal med okänt tillstånd redovisas</a:t>
            </a:r>
          </a:p>
          <a:p>
            <a:pPr marL="201168" indent="-201168" algn="l">
              <a:spcBef>
                <a:spcPts val="1000"/>
              </a:spcBef>
              <a:buFont typeface="Arial"/>
              <a:buChar char="•"/>
            </a:pPr>
            <a:r>
              <a:rPr sz="1500" b="0"/>
              <a:t>Plan för hur okänt ska bli känt</a:t>
            </a:r>
          </a:p>
        </p:txBody>
      </p:sp>
      <p:sp>
        <p:nvSpPr>
          <p:cNvPr id="10" name="Oval 9"/>
          <p:cNvSpPr/>
          <p:nvPr/>
        </p:nvSpPr>
        <p:spPr>
          <a:xfrm>
            <a:off x="4459224" y="2473452"/>
            <a:ext cx="502920" cy="5029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53584" y="2265760"/>
            <a:ext cx="2676144" cy="548640"/>
          </a:xfrm>
          <a:prstGeom prst="rect">
            <a:avLst/>
          </a:prstGeom>
          <a:noFill/>
        </p:spPr>
        <p:txBody>
          <a:bodyPr wrap="square" lIns="109728" tIns="54864" rIns="109728" bIns="54864" anchor="ctr">
            <a:spAutoFit/>
          </a:bodyPr>
          <a:lstStyle/>
          <a:p>
            <a:pPr algn="l"/>
            <a:r>
              <a:rPr sz="2800" b="1" dirty="0"/>
              <a:t>2027</a:t>
            </a:r>
          </a:p>
        </p:txBody>
      </p:sp>
      <p:sp>
        <p:nvSpPr>
          <p:cNvPr id="12" name="Rounded Rectangle 11"/>
          <p:cNvSpPr/>
          <p:nvPr/>
        </p:nvSpPr>
        <p:spPr>
          <a:xfrm>
            <a:off x="4459224" y="3227832"/>
            <a:ext cx="3270504" cy="2670048"/>
          </a:xfrm>
          <a:prstGeom prst="roundRect">
            <a:avLst>
              <a:gd name="adj" fmla="val 5000"/>
            </a:avLst>
          </a:prstGeom>
          <a:solidFill>
            <a:schemeClr val="bg1"/>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50664" y="3337560"/>
            <a:ext cx="3087624" cy="2487168"/>
          </a:xfrm>
          <a:prstGeom prst="rect">
            <a:avLst/>
          </a:prstGeom>
          <a:noFill/>
        </p:spPr>
        <p:txBody>
          <a:bodyPr wrap="square" lIns="109728" tIns="54864" rIns="109728" bIns="54864" anchor="t">
            <a:spAutoFit/>
          </a:bodyPr>
          <a:lstStyle/>
          <a:p>
            <a:pPr algn="l"/>
            <a:r>
              <a:rPr sz="1700" b="1"/>
              <a:t>Natura 2000 + naturreservat</a:t>
            </a:r>
          </a:p>
          <a:p>
            <a:pPr marL="201168" indent="-201168" algn="l">
              <a:spcBef>
                <a:spcPts val="1000"/>
              </a:spcBef>
              <a:buFont typeface="Arial"/>
              <a:buChar char="•"/>
            </a:pPr>
            <a:r>
              <a:rPr sz="1500" b="0"/>
              <a:t>Utbredning och tillstånd klart i Natura 2000</a:t>
            </a:r>
          </a:p>
          <a:p>
            <a:pPr marL="201168" indent="-201168" algn="l">
              <a:spcBef>
                <a:spcPts val="1000"/>
              </a:spcBef>
              <a:buFont typeface="Arial"/>
              <a:buChar char="•"/>
            </a:pPr>
            <a:r>
              <a:rPr sz="1500" b="0"/>
              <a:t>Naturreservat: areal per tillstånd + plan</a:t>
            </a:r>
          </a:p>
          <a:p>
            <a:pPr marL="201168" indent="-201168" algn="l">
              <a:spcBef>
                <a:spcPts val="1000"/>
              </a:spcBef>
              <a:buFont typeface="Arial"/>
              <a:buChar char="•"/>
            </a:pPr>
            <a:r>
              <a:rPr sz="1500" b="0"/>
              <a:t>Slutredovisning till regeringen</a:t>
            </a:r>
          </a:p>
        </p:txBody>
      </p:sp>
      <p:sp>
        <p:nvSpPr>
          <p:cNvPr id="14" name="Oval 13"/>
          <p:cNvSpPr/>
          <p:nvPr/>
        </p:nvSpPr>
        <p:spPr>
          <a:xfrm>
            <a:off x="8095488" y="2473452"/>
            <a:ext cx="502920" cy="50292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9848" y="2265760"/>
            <a:ext cx="2676144" cy="548640"/>
          </a:xfrm>
          <a:prstGeom prst="rect">
            <a:avLst/>
          </a:prstGeom>
          <a:noFill/>
        </p:spPr>
        <p:txBody>
          <a:bodyPr wrap="square" lIns="109728" tIns="54864" rIns="109728" bIns="54864" anchor="ctr">
            <a:spAutoFit/>
          </a:bodyPr>
          <a:lstStyle/>
          <a:p>
            <a:pPr algn="l"/>
            <a:r>
              <a:rPr sz="2800" b="1"/>
              <a:t>2028</a:t>
            </a:r>
          </a:p>
        </p:txBody>
      </p:sp>
      <p:sp>
        <p:nvSpPr>
          <p:cNvPr id="16" name="Rounded Rectangle 15"/>
          <p:cNvSpPr/>
          <p:nvPr/>
        </p:nvSpPr>
        <p:spPr>
          <a:xfrm>
            <a:off x="8095488" y="3227832"/>
            <a:ext cx="3270504" cy="2670048"/>
          </a:xfrm>
          <a:prstGeom prst="roundRect">
            <a:avLst>
              <a:gd name="adj" fmla="val 5000"/>
            </a:avLst>
          </a:prstGeom>
          <a:solidFill>
            <a:schemeClr val="bg1"/>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6928" y="3337560"/>
            <a:ext cx="3087624" cy="2487168"/>
          </a:xfrm>
          <a:prstGeom prst="rect">
            <a:avLst/>
          </a:prstGeom>
          <a:noFill/>
        </p:spPr>
        <p:txBody>
          <a:bodyPr wrap="square" lIns="109728" tIns="54864" rIns="109728" bIns="54864" anchor="t">
            <a:spAutoFit/>
          </a:bodyPr>
          <a:lstStyle/>
          <a:p>
            <a:pPr algn="l"/>
            <a:r>
              <a:rPr sz="1700" b="1"/>
              <a:t>Alla skyddade områden</a:t>
            </a:r>
          </a:p>
          <a:p>
            <a:pPr marL="201168" indent="-201168" algn="l">
              <a:spcBef>
                <a:spcPts val="1000"/>
              </a:spcBef>
              <a:buFont typeface="Arial"/>
              <a:buChar char="•"/>
            </a:pPr>
            <a:r>
              <a:rPr sz="1500" b="0"/>
              <a:t>Utbredning och tillstånd finns i NNK</a:t>
            </a:r>
          </a:p>
          <a:p>
            <a:pPr marL="201168" indent="-201168" algn="l">
              <a:spcBef>
                <a:spcPts val="1000"/>
              </a:spcBef>
              <a:buFont typeface="Arial"/>
              <a:buChar char="•"/>
            </a:pPr>
            <a:r>
              <a:rPr sz="1500" b="0"/>
              <a:t>Åtgärdsområden i IT-stöd för skötsel</a:t>
            </a:r>
          </a:p>
          <a:p>
            <a:pPr marL="201168" indent="-201168" algn="l">
              <a:spcBef>
                <a:spcPts val="1000"/>
              </a:spcBef>
              <a:buFont typeface="Arial"/>
              <a:buChar char="•"/>
            </a:pPr>
            <a:r>
              <a:rPr sz="1500" b="0"/>
              <a:t>NNK → SDF: rapportering till EU (enligt NV)</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4"/>
          </p:nvPr>
        </p:nvSpPr>
        <p:spPr/>
        <p:txBody>
          <a:bodyPr/>
          <a:lstStyle/>
          <a:p>
            <a:r>
              <a:rPr lang="sv-SE" dirty="0"/>
              <a:t>NRF - 2026-09-02</a:t>
            </a:r>
          </a:p>
          <a:p>
            <a:endParaRPr dirty="0"/>
          </a:p>
        </p:txBody>
      </p:sp>
      <p:sp>
        <p:nvSpPr>
          <p:cNvPr id="4" name="Title 3"/>
          <p:cNvSpPr>
            <a:spLocks noGrp="1"/>
          </p:cNvSpPr>
          <p:nvPr>
            <p:ph type="title"/>
          </p:nvPr>
        </p:nvSpPr>
        <p:spPr/>
        <p:txBody>
          <a:bodyPr/>
          <a:lstStyle/>
          <a:p>
            <a:r>
              <a:t>Hur vi jobbar</a:t>
            </a:r>
          </a:p>
        </p:txBody>
      </p:sp>
      <p:sp>
        <p:nvSpPr>
          <p:cNvPr id="5" name="Oval 4"/>
          <p:cNvSpPr/>
          <p:nvPr/>
        </p:nvSpPr>
        <p:spPr>
          <a:xfrm>
            <a:off x="822960" y="2542032"/>
            <a:ext cx="731520" cy="73152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2200" b="1">
                <a:solidFill>
                  <a:srgbClr val="FFFFFF"/>
                </a:solidFill>
              </a:rPr>
              <a:t>1</a:t>
            </a:r>
          </a:p>
        </p:txBody>
      </p:sp>
      <p:sp>
        <p:nvSpPr>
          <p:cNvPr id="6" name="Right Arrow 5"/>
          <p:cNvSpPr/>
          <p:nvPr/>
        </p:nvSpPr>
        <p:spPr>
          <a:xfrm>
            <a:off x="3236976" y="2770632"/>
            <a:ext cx="283464" cy="27432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22960" y="3502152"/>
            <a:ext cx="2395728" cy="1371600"/>
          </a:xfrm>
          <a:prstGeom prst="roundRect">
            <a:avLst>
              <a:gd name="adj" fmla="val 1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r>
              <a:rPr sz="1800" b="1">
                <a:solidFill>
                  <a:srgbClr val="FFFFFF"/>
                </a:solidFill>
              </a:rPr>
              <a:t>Skrivbords-</a:t>
            </a:r>
          </a:p>
          <a:p>
            <a:pPr algn="l">
              <a:spcBef>
                <a:spcPts val="0"/>
              </a:spcBef>
            </a:pPr>
            <a:r>
              <a:rPr sz="1800" b="1">
                <a:solidFill>
                  <a:srgbClr val="FFFFFF"/>
                </a:solidFill>
              </a:rPr>
              <a:t>granskning</a:t>
            </a:r>
          </a:p>
        </p:txBody>
      </p:sp>
      <p:sp>
        <p:nvSpPr>
          <p:cNvPr id="8" name="TextBox 7"/>
          <p:cNvSpPr txBox="1"/>
          <p:nvPr/>
        </p:nvSpPr>
        <p:spPr>
          <a:xfrm>
            <a:off x="822960" y="4965192"/>
            <a:ext cx="2395728" cy="1097280"/>
          </a:xfrm>
          <a:prstGeom prst="rect">
            <a:avLst/>
          </a:prstGeom>
          <a:noFill/>
        </p:spPr>
        <p:txBody>
          <a:bodyPr wrap="square" lIns="109728" tIns="54864" rIns="109728" bIns="54864" anchor="t">
            <a:spAutoFit/>
          </a:bodyPr>
          <a:lstStyle/>
          <a:p>
            <a:pPr algn="l"/>
            <a:r>
              <a:rPr sz="1600" b="0"/>
              <a:t>Utbredning och gränser för livsmiljötyper</a:t>
            </a:r>
          </a:p>
        </p:txBody>
      </p:sp>
      <p:sp>
        <p:nvSpPr>
          <p:cNvPr id="9" name="Oval 8"/>
          <p:cNvSpPr/>
          <p:nvPr/>
        </p:nvSpPr>
        <p:spPr>
          <a:xfrm>
            <a:off x="3538728" y="2542032"/>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2200" b="1">
                <a:solidFill>
                  <a:srgbClr val="000000"/>
                </a:solidFill>
              </a:rPr>
              <a:t>2</a:t>
            </a:r>
          </a:p>
        </p:txBody>
      </p:sp>
      <p:sp>
        <p:nvSpPr>
          <p:cNvPr id="10" name="Right Arrow 9"/>
          <p:cNvSpPr/>
          <p:nvPr/>
        </p:nvSpPr>
        <p:spPr>
          <a:xfrm>
            <a:off x="5952744" y="2770632"/>
            <a:ext cx="283464" cy="27432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538728" y="3502152"/>
            <a:ext cx="2395728" cy="1371600"/>
          </a:xfrm>
          <a:prstGeom prst="roundRect">
            <a:avLst>
              <a:gd name="adj" fmla="val 1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r>
              <a:rPr sz="1800" b="1">
                <a:solidFill>
                  <a:srgbClr val="000000"/>
                </a:solidFill>
              </a:rPr>
              <a:t>Registrera</a:t>
            </a:r>
          </a:p>
          <a:p>
            <a:pPr algn="l">
              <a:spcBef>
                <a:spcPts val="0"/>
              </a:spcBef>
            </a:pPr>
            <a:r>
              <a:rPr sz="1800" b="1">
                <a:solidFill>
                  <a:srgbClr val="000000"/>
                </a:solidFill>
              </a:rPr>
              <a:t>tillstånd</a:t>
            </a:r>
          </a:p>
        </p:txBody>
      </p:sp>
      <p:sp>
        <p:nvSpPr>
          <p:cNvPr id="12" name="TextBox 11"/>
          <p:cNvSpPr txBox="1"/>
          <p:nvPr/>
        </p:nvSpPr>
        <p:spPr>
          <a:xfrm>
            <a:off x="3538728" y="4965192"/>
            <a:ext cx="2395728" cy="1097280"/>
          </a:xfrm>
          <a:prstGeom prst="rect">
            <a:avLst/>
          </a:prstGeom>
          <a:noFill/>
        </p:spPr>
        <p:txBody>
          <a:bodyPr wrap="square" lIns="109728" tIns="54864" rIns="109728" bIns="54864" anchor="t">
            <a:spAutoFit/>
          </a:bodyPr>
          <a:lstStyle/>
          <a:p>
            <a:pPr algn="l"/>
            <a:r>
              <a:rPr sz="1600" b="0"/>
              <a:t>I NNK där kunskapen redan finns</a:t>
            </a:r>
          </a:p>
        </p:txBody>
      </p:sp>
      <p:sp>
        <p:nvSpPr>
          <p:cNvPr id="13" name="Oval 12"/>
          <p:cNvSpPr/>
          <p:nvPr/>
        </p:nvSpPr>
        <p:spPr>
          <a:xfrm>
            <a:off x="6254496" y="2542032"/>
            <a:ext cx="731520" cy="73152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2200" b="1">
                <a:solidFill>
                  <a:srgbClr val="000000"/>
                </a:solidFill>
              </a:rPr>
              <a:t>3</a:t>
            </a:r>
          </a:p>
        </p:txBody>
      </p:sp>
      <p:sp>
        <p:nvSpPr>
          <p:cNvPr id="14" name="Right Arrow 13"/>
          <p:cNvSpPr/>
          <p:nvPr/>
        </p:nvSpPr>
        <p:spPr>
          <a:xfrm>
            <a:off x="8668512" y="2770632"/>
            <a:ext cx="283464" cy="27432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254496" y="3502152"/>
            <a:ext cx="2395728" cy="1371600"/>
          </a:xfrm>
          <a:prstGeom prst="roundRect">
            <a:avLst>
              <a:gd name="adj" fmla="val 1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r>
              <a:rPr sz="1800" b="1">
                <a:solidFill>
                  <a:srgbClr val="000000"/>
                </a:solidFill>
              </a:rPr>
              <a:t>Systematisk</a:t>
            </a:r>
          </a:p>
          <a:p>
            <a:pPr algn="l">
              <a:spcBef>
                <a:spcPts val="0"/>
              </a:spcBef>
            </a:pPr>
            <a:r>
              <a:rPr sz="1800" b="1">
                <a:solidFill>
                  <a:srgbClr val="000000"/>
                </a:solidFill>
              </a:rPr>
              <a:t>genomgång</a:t>
            </a:r>
          </a:p>
        </p:txBody>
      </p:sp>
      <p:sp>
        <p:nvSpPr>
          <p:cNvPr id="16" name="TextBox 15"/>
          <p:cNvSpPr txBox="1"/>
          <p:nvPr/>
        </p:nvSpPr>
        <p:spPr>
          <a:xfrm>
            <a:off x="6254496" y="4965192"/>
            <a:ext cx="2395728" cy="1097280"/>
          </a:xfrm>
          <a:prstGeom prst="rect">
            <a:avLst/>
          </a:prstGeom>
          <a:noFill/>
        </p:spPr>
        <p:txBody>
          <a:bodyPr wrap="square" lIns="109728" tIns="54864" rIns="109728" bIns="54864" anchor="t">
            <a:spAutoFit/>
          </a:bodyPr>
          <a:lstStyle/>
          <a:p>
            <a:pPr algn="l"/>
            <a:r>
              <a:rPr sz="1600" b="0"/>
              <a:t>Område för område, livsmiljötyp för livsmiljötyp</a:t>
            </a:r>
          </a:p>
        </p:txBody>
      </p:sp>
      <p:sp>
        <p:nvSpPr>
          <p:cNvPr id="17" name="Oval 16"/>
          <p:cNvSpPr/>
          <p:nvPr/>
        </p:nvSpPr>
        <p:spPr>
          <a:xfrm>
            <a:off x="8970264" y="2542032"/>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2200" b="1">
                <a:solidFill>
                  <a:srgbClr val="000000"/>
                </a:solidFill>
              </a:rPr>
              <a:t>4</a:t>
            </a:r>
          </a:p>
        </p:txBody>
      </p:sp>
      <p:sp>
        <p:nvSpPr>
          <p:cNvPr id="18" name="Rounded Rectangle 17"/>
          <p:cNvSpPr/>
          <p:nvPr/>
        </p:nvSpPr>
        <p:spPr>
          <a:xfrm>
            <a:off x="8970264" y="3502152"/>
            <a:ext cx="2395728" cy="1371600"/>
          </a:xfrm>
          <a:prstGeom prst="roundRect">
            <a:avLst>
              <a:gd name="adj" fmla="val 1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r>
              <a:rPr sz="1800" b="1">
                <a:solidFill>
                  <a:srgbClr val="000000"/>
                </a:solidFill>
              </a:rPr>
              <a:t>Kunskapsläge</a:t>
            </a:r>
          </a:p>
          <a:p>
            <a:pPr algn="l">
              <a:spcBef>
                <a:spcPts val="0"/>
              </a:spcBef>
            </a:pPr>
            <a:r>
              <a:rPr sz="1800" b="1">
                <a:solidFill>
                  <a:srgbClr val="000000"/>
                </a:solidFill>
              </a:rPr>
              <a:t>+ plan</a:t>
            </a:r>
          </a:p>
        </p:txBody>
      </p:sp>
      <p:sp>
        <p:nvSpPr>
          <p:cNvPr id="19" name="TextBox 18"/>
          <p:cNvSpPr txBox="1"/>
          <p:nvPr/>
        </p:nvSpPr>
        <p:spPr>
          <a:xfrm>
            <a:off x="8970264" y="4965192"/>
            <a:ext cx="2395728" cy="1097280"/>
          </a:xfrm>
          <a:prstGeom prst="rect">
            <a:avLst/>
          </a:prstGeom>
          <a:noFill/>
        </p:spPr>
        <p:txBody>
          <a:bodyPr wrap="square" lIns="109728" tIns="54864" rIns="109728" bIns="54864" anchor="t">
            <a:spAutoFit/>
          </a:bodyPr>
          <a:lstStyle/>
          <a:p>
            <a:pPr algn="l"/>
            <a:r>
              <a:rPr sz="1600" b="0"/>
              <a:t>Sammanställning och plan för det som är okänt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22325" y="2051004"/>
            <a:ext cx="6954837" cy="3600000"/>
          </a:xfrm>
        </p:spPr>
        <p:txBody>
          <a:bodyPr/>
          <a:lstStyle/>
          <a:p>
            <a:r>
              <a:rPr dirty="0" err="1"/>
              <a:t>Skrivbordsgranskning</a:t>
            </a:r>
            <a:r>
              <a:rPr dirty="0"/>
              <a:t> av </a:t>
            </a:r>
            <a:r>
              <a:rPr dirty="0" err="1"/>
              <a:t>utbredning</a:t>
            </a:r>
            <a:r>
              <a:rPr dirty="0"/>
              <a:t> och </a:t>
            </a:r>
            <a:r>
              <a:rPr dirty="0" err="1"/>
              <a:t>gränser</a:t>
            </a:r>
            <a:r>
              <a:rPr dirty="0"/>
              <a:t> </a:t>
            </a:r>
            <a:r>
              <a:rPr dirty="0" err="1"/>
              <a:t>pågår</a:t>
            </a:r>
            <a:endParaRPr dirty="0"/>
          </a:p>
          <a:p>
            <a:r>
              <a:rPr dirty="0"/>
              <a:t>NNK-</a:t>
            </a:r>
            <a:r>
              <a:rPr dirty="0" err="1"/>
              <a:t>attribut</a:t>
            </a:r>
            <a:r>
              <a:rPr dirty="0"/>
              <a:t> för </a:t>
            </a:r>
            <a:r>
              <a:rPr dirty="0" err="1"/>
              <a:t>tillstånd</a:t>
            </a:r>
            <a:r>
              <a:rPr dirty="0"/>
              <a:t> </a:t>
            </a:r>
            <a:r>
              <a:rPr dirty="0" err="1"/>
              <a:t>driftsatta</a:t>
            </a:r>
            <a:r>
              <a:rPr dirty="0"/>
              <a:t> – </a:t>
            </a:r>
            <a:r>
              <a:rPr dirty="0" err="1"/>
              <a:t>registrering</a:t>
            </a:r>
            <a:r>
              <a:rPr dirty="0"/>
              <a:t> </a:t>
            </a:r>
            <a:r>
              <a:rPr dirty="0" err="1"/>
              <a:t>där</a:t>
            </a:r>
            <a:r>
              <a:rPr dirty="0"/>
              <a:t> </a:t>
            </a:r>
            <a:r>
              <a:rPr dirty="0" err="1"/>
              <a:t>kunskap</a:t>
            </a:r>
            <a:r>
              <a:rPr dirty="0"/>
              <a:t> </a:t>
            </a:r>
            <a:r>
              <a:rPr dirty="0" err="1"/>
              <a:t>finns</a:t>
            </a:r>
            <a:endParaRPr dirty="0"/>
          </a:p>
          <a:p>
            <a:r>
              <a:rPr dirty="0" err="1"/>
              <a:t>Nästa</a:t>
            </a:r>
            <a:r>
              <a:rPr dirty="0"/>
              <a:t>: </a:t>
            </a:r>
            <a:r>
              <a:rPr dirty="0" err="1"/>
              <a:t>kunskapsläge</a:t>
            </a:r>
            <a:r>
              <a:rPr dirty="0"/>
              <a:t> + plan för 2027, </a:t>
            </a:r>
            <a:r>
              <a:rPr dirty="0" err="1"/>
              <a:t>underlag</a:t>
            </a:r>
            <a:r>
              <a:rPr dirty="0"/>
              <a:t> till </a:t>
            </a:r>
            <a:r>
              <a:rPr dirty="0" err="1"/>
              <a:t>årsredovisningen</a:t>
            </a:r>
            <a:endParaRPr dirty="0"/>
          </a:p>
        </p:txBody>
      </p:sp>
      <p:pic>
        <p:nvPicPr>
          <p:cNvPr id="3" name="Picture Placeholder 2" descr="image.jpg"/>
          <p:cNvPicPr>
            <a:picLocks noGrp="1" noChangeAspect="1"/>
          </p:cNvPicPr>
          <p:nvPr>
            <p:ph type="pic" sz="quarter" idx="15"/>
          </p:nvPr>
        </p:nvPicPr>
        <p:blipFill>
          <a:blip r:embed="rId3"/>
          <a:srcRect l="6017" r="6017"/>
          <a:stretch>
            <a:fillRect/>
          </a:stretch>
        </p:blipFill>
        <p:spPr/>
      </p:pic>
      <p:sp>
        <p:nvSpPr>
          <p:cNvPr id="4" name="Text Placeholder 3"/>
          <p:cNvSpPr>
            <a:spLocks noGrp="1"/>
          </p:cNvSpPr>
          <p:nvPr>
            <p:ph type="body" sz="quarter" idx="14"/>
          </p:nvPr>
        </p:nvSpPr>
        <p:spPr/>
        <p:txBody>
          <a:bodyPr/>
          <a:lstStyle/>
          <a:p>
            <a:r>
              <a:rPr lang="sv-SE" dirty="0"/>
              <a:t>NRF - 2026-09-02</a:t>
            </a:r>
          </a:p>
          <a:p>
            <a:endParaRPr dirty="0"/>
          </a:p>
        </p:txBody>
      </p:sp>
      <p:sp>
        <p:nvSpPr>
          <p:cNvPr id="5" name="Title 4"/>
          <p:cNvSpPr>
            <a:spLocks noGrp="1"/>
          </p:cNvSpPr>
          <p:nvPr>
            <p:ph type="title"/>
          </p:nvPr>
        </p:nvSpPr>
        <p:spPr/>
        <p:txBody>
          <a:bodyPr/>
          <a:lstStyle/>
          <a:p>
            <a:r>
              <a:t>Var är vi nu?</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dirty="0" err="1"/>
              <a:t>Leveranser</a:t>
            </a:r>
            <a:r>
              <a:rPr dirty="0"/>
              <a:t> till </a:t>
            </a:r>
            <a:r>
              <a:rPr dirty="0" err="1"/>
              <a:t>regeringen</a:t>
            </a:r>
            <a:r>
              <a:rPr dirty="0"/>
              <a:t> 2026 och 2027</a:t>
            </a:r>
          </a:p>
          <a:p>
            <a:r>
              <a:rPr dirty="0" err="1"/>
              <a:t>Resursbehov 2026: en heltid (jag) och en halvtid (min kollega)</a:t>
            </a:r>
            <a:r>
              <a:rPr dirty="0"/>
              <a:t/>
            </a:r>
            <a:r>
              <a:rPr dirty="0" err="1"/>
              <a:t/>
            </a:r>
            <a:r>
              <a:rPr dirty="0"/>
              <a:t/>
            </a:r>
          </a:p>
          <a:p>
            <a:r>
              <a:rPr dirty="0" err="1"/>
              <a:t>Okänt</a:t>
            </a:r>
            <a:r>
              <a:rPr dirty="0"/>
              <a:t> </a:t>
            </a:r>
            <a:r>
              <a:rPr dirty="0" err="1"/>
              <a:t>tillstånd</a:t>
            </a:r>
            <a:r>
              <a:rPr dirty="0"/>
              <a:t> </a:t>
            </a:r>
            <a:r>
              <a:rPr dirty="0" err="1"/>
              <a:t>kräver</a:t>
            </a:r>
            <a:r>
              <a:rPr dirty="0"/>
              <a:t> </a:t>
            </a:r>
            <a:r>
              <a:rPr dirty="0" err="1"/>
              <a:t>fältinventering</a:t>
            </a:r>
            <a:r>
              <a:rPr dirty="0"/>
              <a:t> 2027 – </a:t>
            </a:r>
            <a:r>
              <a:rPr dirty="0" err="1"/>
              <a:t>beslut</a:t>
            </a:r>
            <a:r>
              <a:rPr dirty="0"/>
              <a:t> om </a:t>
            </a:r>
            <a:r>
              <a:rPr dirty="0" err="1"/>
              <a:t>resurser</a:t>
            </a:r>
            <a:endParaRPr dirty="0"/>
          </a:p>
          <a:p>
            <a:r>
              <a:rPr dirty="0"/>
              <a:t>Risk: </a:t>
            </a:r>
            <a:r>
              <a:rPr dirty="0" err="1"/>
              <a:t>stor</a:t>
            </a:r>
            <a:r>
              <a:rPr dirty="0"/>
              <a:t> </a:t>
            </a:r>
            <a:r>
              <a:rPr dirty="0" err="1"/>
              <a:t>andel</a:t>
            </a:r>
            <a:r>
              <a:rPr dirty="0"/>
              <a:t> </a:t>
            </a:r>
            <a:r>
              <a:rPr dirty="0" err="1"/>
              <a:t>okänt</a:t>
            </a:r>
            <a:r>
              <a:rPr dirty="0"/>
              <a:t> </a:t>
            </a:r>
            <a:r>
              <a:rPr dirty="0" err="1"/>
              <a:t>som</a:t>
            </a:r>
            <a:r>
              <a:rPr dirty="0"/>
              <a:t> </a:t>
            </a:r>
            <a:r>
              <a:rPr dirty="0" err="1"/>
              <a:t>inte</a:t>
            </a:r>
            <a:r>
              <a:rPr dirty="0"/>
              <a:t> </a:t>
            </a:r>
            <a:r>
              <a:rPr dirty="0" err="1"/>
              <a:t>hinner</a:t>
            </a:r>
            <a:r>
              <a:rPr dirty="0"/>
              <a:t> </a:t>
            </a:r>
            <a:r>
              <a:rPr dirty="0" err="1"/>
              <a:t>bli</a:t>
            </a:r>
            <a:r>
              <a:rPr dirty="0"/>
              <a:t> </a:t>
            </a:r>
            <a:r>
              <a:rPr dirty="0" err="1"/>
              <a:t>känt</a:t>
            </a:r>
            <a:r>
              <a:rPr dirty="0"/>
              <a:t> till 2028</a:t>
            </a:r>
          </a:p>
        </p:txBody>
      </p:sp>
      <p:sp>
        <p:nvSpPr>
          <p:cNvPr id="3" name="Text Placeholder 2"/>
          <p:cNvSpPr>
            <a:spLocks noGrp="1"/>
          </p:cNvSpPr>
          <p:nvPr>
            <p:ph type="body" sz="quarter" idx="14"/>
          </p:nvPr>
        </p:nvSpPr>
        <p:spPr/>
        <p:txBody>
          <a:bodyPr/>
          <a:lstStyle/>
          <a:p>
            <a:r>
              <a:rPr lang="sv-SE" dirty="0"/>
              <a:t>NRF - 2026-09-02</a:t>
            </a:r>
          </a:p>
          <a:p>
            <a:endParaRPr dirty="0"/>
          </a:p>
        </p:txBody>
      </p:sp>
      <p:sp>
        <p:nvSpPr>
          <p:cNvPr id="4" name="Title 3"/>
          <p:cNvSpPr>
            <a:spLocks noGrp="1"/>
          </p:cNvSpPr>
          <p:nvPr>
            <p:ph type="title"/>
          </p:nvPr>
        </p:nvSpPr>
        <p:spPr/>
        <p:txBody>
          <a:bodyPr/>
          <a:lstStyle/>
          <a:p>
            <a:r>
              <a:rPr dirty="0"/>
              <a:t>Vad </a:t>
            </a:r>
            <a:r>
              <a:rPr dirty="0" err="1"/>
              <a:t>innebär</a:t>
            </a:r>
            <a:r>
              <a:rPr dirty="0"/>
              <a:t> det för er </a:t>
            </a:r>
            <a:r>
              <a:rPr lang="sv-SE" dirty="0"/>
              <a:t>i</a:t>
            </a:r>
            <a:r>
              <a:rPr dirty="0"/>
              <a:t> </a:t>
            </a:r>
            <a:r>
              <a:rPr dirty="0" err="1"/>
              <a:t>ledningsgruppen</a:t>
            </a:r>
            <a:r>
              <a:rPr lang="sv-SE" dirty="0"/>
              <a:t>?</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dirty="0"/>
              <a:t>Ni </a:t>
            </a:r>
            <a:r>
              <a:rPr dirty="0" err="1"/>
              <a:t>är</a:t>
            </a:r>
            <a:r>
              <a:rPr dirty="0"/>
              <a:t> </a:t>
            </a:r>
            <a:r>
              <a:rPr dirty="0" err="1"/>
              <a:t>vår</a:t>
            </a:r>
            <a:r>
              <a:rPr dirty="0"/>
              <a:t> </a:t>
            </a:r>
            <a:r>
              <a:rPr dirty="0" err="1"/>
              <a:t>viktigaste</a:t>
            </a:r>
            <a:r>
              <a:rPr dirty="0"/>
              <a:t> </a:t>
            </a:r>
            <a:r>
              <a:rPr dirty="0" err="1"/>
              <a:t>kunskapskälla</a:t>
            </a:r>
            <a:r>
              <a:rPr dirty="0"/>
              <a:t> om </a:t>
            </a:r>
            <a:r>
              <a:rPr dirty="0" err="1"/>
              <a:t>tillståndet</a:t>
            </a:r>
            <a:endParaRPr dirty="0"/>
          </a:p>
          <a:p>
            <a:r>
              <a:rPr dirty="0"/>
              <a:t>Vi </a:t>
            </a:r>
            <a:r>
              <a:rPr dirty="0" err="1"/>
              <a:t>kommer</a:t>
            </a:r>
            <a:r>
              <a:rPr dirty="0"/>
              <a:t> med </a:t>
            </a:r>
            <a:r>
              <a:rPr dirty="0" err="1"/>
              <a:t>konkreta</a:t>
            </a:r>
            <a:r>
              <a:rPr dirty="0"/>
              <a:t> </a:t>
            </a:r>
            <a:r>
              <a:rPr dirty="0" err="1"/>
              <a:t>frågor</a:t>
            </a:r>
            <a:r>
              <a:rPr dirty="0"/>
              <a:t> per </a:t>
            </a:r>
            <a:r>
              <a:rPr dirty="0" err="1"/>
              <a:t>område</a:t>
            </a:r>
            <a:endParaRPr dirty="0"/>
          </a:p>
          <a:p>
            <a:r>
              <a:rPr dirty="0"/>
              <a:t>Ni </a:t>
            </a:r>
            <a:r>
              <a:rPr dirty="0" err="1"/>
              <a:t>får</a:t>
            </a:r>
            <a:r>
              <a:rPr dirty="0"/>
              <a:t> </a:t>
            </a:r>
            <a:r>
              <a:rPr dirty="0" err="1"/>
              <a:t>en</a:t>
            </a:r>
            <a:r>
              <a:rPr dirty="0"/>
              <a:t> </a:t>
            </a:r>
            <a:r>
              <a:rPr dirty="0" err="1"/>
              <a:t>uppdaterad</a:t>
            </a:r>
            <a:r>
              <a:rPr dirty="0"/>
              <a:t> </a:t>
            </a:r>
            <a:r>
              <a:rPr dirty="0" err="1"/>
              <a:t>bild</a:t>
            </a:r>
            <a:r>
              <a:rPr dirty="0"/>
              <a:t> </a:t>
            </a:r>
            <a:r>
              <a:rPr dirty="0" err="1"/>
              <a:t>i</a:t>
            </a:r>
            <a:r>
              <a:rPr dirty="0"/>
              <a:t> NNK till </a:t>
            </a:r>
            <a:r>
              <a:rPr dirty="0" err="1"/>
              <a:t>skötsel</a:t>
            </a:r>
            <a:r>
              <a:rPr dirty="0"/>
              <a:t>- och </a:t>
            </a:r>
            <a:r>
              <a:rPr dirty="0" err="1"/>
              <a:t>bevarandeplaner</a:t>
            </a:r>
            <a:endParaRPr dirty="0"/>
          </a:p>
          <a:p>
            <a:r>
              <a:rPr dirty="0" err="1"/>
              <a:t>Gemensam</a:t>
            </a:r>
            <a:r>
              <a:rPr dirty="0"/>
              <a:t> rutin för </a:t>
            </a:r>
            <a:r>
              <a:rPr dirty="0" err="1"/>
              <a:t>vem</a:t>
            </a:r>
            <a:r>
              <a:rPr dirty="0"/>
              <a:t> </a:t>
            </a:r>
            <a:r>
              <a:rPr dirty="0" err="1"/>
              <a:t>som</a:t>
            </a:r>
            <a:r>
              <a:rPr dirty="0"/>
              <a:t> </a:t>
            </a:r>
            <a:r>
              <a:rPr dirty="0" err="1"/>
              <a:t>ändrar</a:t>
            </a:r>
            <a:r>
              <a:rPr dirty="0"/>
              <a:t> </a:t>
            </a:r>
            <a:r>
              <a:rPr dirty="0" err="1"/>
              <a:t>vad</a:t>
            </a:r>
            <a:r>
              <a:rPr dirty="0"/>
              <a:t> </a:t>
            </a:r>
            <a:r>
              <a:rPr dirty="0" err="1"/>
              <a:t>i</a:t>
            </a:r>
            <a:r>
              <a:rPr dirty="0"/>
              <a:t> NNK</a:t>
            </a:r>
          </a:p>
        </p:txBody>
      </p:sp>
      <p:sp>
        <p:nvSpPr>
          <p:cNvPr id="3" name="Text Placeholder 2"/>
          <p:cNvSpPr>
            <a:spLocks noGrp="1"/>
          </p:cNvSpPr>
          <p:nvPr>
            <p:ph type="body" sz="quarter" idx="14"/>
          </p:nvPr>
        </p:nvSpPr>
        <p:spPr/>
        <p:txBody>
          <a:bodyPr/>
          <a:lstStyle/>
          <a:p>
            <a:endParaRPr/>
          </a:p>
        </p:txBody>
      </p:sp>
      <p:sp>
        <p:nvSpPr>
          <p:cNvPr id="4" name="Title 3"/>
          <p:cNvSpPr>
            <a:spLocks noGrp="1"/>
          </p:cNvSpPr>
          <p:nvPr>
            <p:ph type="title"/>
          </p:nvPr>
        </p:nvSpPr>
        <p:spPr/>
        <p:txBody>
          <a:bodyPr/>
          <a:lstStyle/>
          <a:p>
            <a:r>
              <a:rPr dirty="0"/>
              <a:t>Vad </a:t>
            </a:r>
            <a:r>
              <a:rPr dirty="0" err="1"/>
              <a:t>innebär</a:t>
            </a:r>
            <a:r>
              <a:rPr dirty="0"/>
              <a:t> det för er </a:t>
            </a:r>
            <a:r>
              <a:rPr lang="sv-SE" dirty="0"/>
              <a:t>på</a:t>
            </a:r>
            <a:r>
              <a:rPr dirty="0"/>
              <a:t> </a:t>
            </a:r>
            <a:r>
              <a:rPr lang="sv-SE" dirty="0"/>
              <a:t>naturvård?</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dirty="0" err="1"/>
              <a:t>Kartläggningen</a:t>
            </a:r>
            <a:r>
              <a:rPr dirty="0"/>
              <a:t> </a:t>
            </a:r>
            <a:r>
              <a:rPr dirty="0" err="1"/>
              <a:t>ändrar</a:t>
            </a:r>
            <a:r>
              <a:rPr dirty="0"/>
              <a:t> </a:t>
            </a:r>
            <a:r>
              <a:rPr dirty="0" err="1"/>
              <a:t>inte</a:t>
            </a:r>
            <a:r>
              <a:rPr dirty="0"/>
              <a:t> </a:t>
            </a:r>
            <a:r>
              <a:rPr dirty="0" err="1"/>
              <a:t>reglerna</a:t>
            </a:r>
            <a:r>
              <a:rPr dirty="0"/>
              <a:t> för </a:t>
            </a:r>
            <a:r>
              <a:rPr dirty="0" err="1"/>
              <a:t>området</a:t>
            </a:r>
            <a:endParaRPr dirty="0"/>
          </a:p>
          <a:p>
            <a:r>
              <a:rPr dirty="0"/>
              <a:t>Er </a:t>
            </a:r>
            <a:r>
              <a:rPr dirty="0" err="1"/>
              <a:t>kunskap</a:t>
            </a:r>
            <a:r>
              <a:rPr dirty="0"/>
              <a:t> om </a:t>
            </a:r>
            <a:r>
              <a:rPr dirty="0" err="1"/>
              <a:t>området</a:t>
            </a:r>
            <a:r>
              <a:rPr dirty="0"/>
              <a:t> </a:t>
            </a:r>
            <a:r>
              <a:rPr dirty="0" err="1"/>
              <a:t>är</a:t>
            </a:r>
            <a:r>
              <a:rPr dirty="0"/>
              <a:t> </a:t>
            </a:r>
            <a:r>
              <a:rPr dirty="0" err="1"/>
              <a:t>värdefull</a:t>
            </a:r>
            <a:r>
              <a:rPr dirty="0"/>
              <a:t> – vi </a:t>
            </a:r>
            <a:r>
              <a:rPr dirty="0" err="1"/>
              <a:t>hör</a:t>
            </a:r>
            <a:r>
              <a:rPr dirty="0"/>
              <a:t> av </a:t>
            </a:r>
            <a:r>
              <a:rPr dirty="0" err="1"/>
              <a:t>oss</a:t>
            </a:r>
            <a:endParaRPr dirty="0"/>
          </a:p>
          <a:p>
            <a:r>
              <a:rPr dirty="0"/>
              <a:t>Ni </a:t>
            </a:r>
            <a:r>
              <a:rPr dirty="0" err="1"/>
              <a:t>får</a:t>
            </a:r>
            <a:r>
              <a:rPr dirty="0"/>
              <a:t> </a:t>
            </a:r>
            <a:r>
              <a:rPr dirty="0" err="1"/>
              <a:t>en</a:t>
            </a:r>
            <a:r>
              <a:rPr dirty="0"/>
              <a:t> </a:t>
            </a:r>
            <a:r>
              <a:rPr dirty="0" err="1"/>
              <a:t>tydligare</a:t>
            </a:r>
            <a:r>
              <a:rPr dirty="0"/>
              <a:t> </a:t>
            </a:r>
            <a:r>
              <a:rPr dirty="0" err="1"/>
              <a:t>bild</a:t>
            </a:r>
            <a:r>
              <a:rPr dirty="0"/>
              <a:t> av </a:t>
            </a:r>
            <a:r>
              <a:rPr dirty="0" err="1"/>
              <a:t>naturvärden</a:t>
            </a:r>
            <a:r>
              <a:rPr dirty="0"/>
              <a:t> och </a:t>
            </a:r>
            <a:r>
              <a:rPr dirty="0" err="1"/>
              <a:t>tillstånd</a:t>
            </a:r>
            <a:endParaRPr dirty="0"/>
          </a:p>
          <a:p>
            <a:r>
              <a:rPr dirty="0" err="1"/>
              <a:t>Bättre</a:t>
            </a:r>
            <a:r>
              <a:rPr dirty="0"/>
              <a:t> </a:t>
            </a:r>
            <a:r>
              <a:rPr dirty="0" err="1"/>
              <a:t>underlag</a:t>
            </a:r>
            <a:r>
              <a:rPr dirty="0"/>
              <a:t> för dialog om </a:t>
            </a:r>
            <a:r>
              <a:rPr dirty="0" err="1"/>
              <a:t>skötsel</a:t>
            </a:r>
            <a:r>
              <a:rPr dirty="0"/>
              <a:t> och </a:t>
            </a:r>
            <a:r>
              <a:rPr dirty="0" err="1"/>
              <a:t>åtgärder</a:t>
            </a:r>
            <a:endParaRPr dirty="0"/>
          </a:p>
        </p:txBody>
      </p:sp>
      <p:sp>
        <p:nvSpPr>
          <p:cNvPr id="3" name="Text Placeholder 2"/>
          <p:cNvSpPr>
            <a:spLocks noGrp="1"/>
          </p:cNvSpPr>
          <p:nvPr>
            <p:ph type="body" sz="quarter" idx="14"/>
          </p:nvPr>
        </p:nvSpPr>
        <p:spPr/>
        <p:txBody>
          <a:bodyPr/>
          <a:lstStyle/>
          <a:p>
            <a:endParaRPr/>
          </a:p>
        </p:txBody>
      </p:sp>
      <p:sp>
        <p:nvSpPr>
          <p:cNvPr id="4" name="Title 3"/>
          <p:cNvSpPr>
            <a:spLocks noGrp="1"/>
          </p:cNvSpPr>
          <p:nvPr>
            <p:ph type="title"/>
          </p:nvPr>
        </p:nvSpPr>
        <p:spPr/>
        <p:txBody>
          <a:bodyPr/>
          <a:lstStyle/>
          <a:p>
            <a:r>
              <a:rPr dirty="0"/>
              <a:t>Vad </a:t>
            </a:r>
            <a:r>
              <a:rPr dirty="0" err="1"/>
              <a:t>innebär</a:t>
            </a:r>
            <a:r>
              <a:rPr dirty="0"/>
              <a:t> det för er</a:t>
            </a:r>
            <a:r>
              <a:rPr lang="sv-SE" dirty="0"/>
              <a:t> som</a:t>
            </a:r>
            <a:r>
              <a:rPr dirty="0"/>
              <a:t> </a:t>
            </a:r>
            <a:r>
              <a:rPr dirty="0" err="1"/>
              <a:t>kommuner</a:t>
            </a:r>
            <a:r>
              <a:rPr dirty="0"/>
              <a:t> och </a:t>
            </a:r>
            <a:r>
              <a:rPr dirty="0" err="1"/>
              <a:t>andra</a:t>
            </a:r>
            <a:r>
              <a:rPr dirty="0"/>
              <a:t> </a:t>
            </a:r>
            <a:r>
              <a:rPr dirty="0" err="1"/>
              <a:t>aktörer</a:t>
            </a:r>
            <a:r>
              <a:rPr lang="sv-SE" dirty="0"/>
              <a:t>?</a:t>
            </a:r>
            <a:endParaRPr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dirty="0" err="1"/>
              <a:t>Vi kartlägger tillståndet i länets skyddade natur enligt EU:s naturrestaureringsförordning (NRF)</a:t>
            </a:r>
            <a:r>
              <a:rPr dirty="0"/>
              <a:t/>
            </a:r>
            <a:r>
              <a:rPr dirty="0" err="1"/>
              <a:t/>
            </a:r>
            <a:r>
              <a:rPr dirty="0"/>
              <a:t/>
            </a:r>
          </a:p>
          <a:p>
            <a:r>
              <a:rPr dirty="0" err="1"/>
              <a:t>Leverans till regeringen 2026 (Natura 2000) och 2027 (även naturreservat)</a:t>
            </a:r>
            <a:r>
              <a:rPr dirty="0"/>
              <a:t/>
            </a:r>
            <a:r>
              <a:rPr dirty="0" err="1"/>
              <a:t/>
            </a:r>
            <a:r>
              <a:rPr dirty="0"/>
              <a:t/>
            </a:r>
          </a:p>
          <a:p>
            <a:r>
              <a:rPr dirty="0" err="1"/>
              <a:t>Störst osäkerhet: hur mycket som förblir okänt tillstånd utan fältinventering 2027</a:t>
            </a:r>
            <a:r>
              <a:rPr dirty="0"/>
              <a:t/>
            </a:r>
            <a:r>
              <a:rPr dirty="0" err="1"/>
              <a:t/>
            </a:r>
            <a:r>
              <a:rPr dirty="0"/>
              <a:t/>
            </a:r>
            <a:r>
              <a:rPr dirty="0" err="1"/>
              <a:t/>
            </a:r>
            <a:r>
              <a:rPr dirty="0"/>
              <a:t/>
            </a:r>
            <a:r>
              <a:rPr dirty="0" err="1"/>
              <a:t/>
            </a:r>
            <a:r>
              <a:rPr dirty="0"/>
              <a:t/>
            </a:r>
            <a:r>
              <a:rPr dirty="0" err="1"/>
              <a:t/>
            </a:r>
            <a:r>
              <a:rPr dirty="0"/>
              <a:t/>
            </a:r>
            <a:r>
              <a:rPr dirty="0" err="1"/>
              <a:t/>
            </a:r>
            <a:endParaRPr dirty="0"/>
          </a:p>
          <a:p>
            <a:r>
              <a:rPr dirty="0"/>
              <a:t>Vi hörs gärna om prioritering mot annat naturvårdsarbete</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p>
        </p:txBody>
      </p:sp>
      <p:sp>
        <p:nvSpPr>
          <p:cNvPr id="3" name="Text Placeholder 2"/>
          <p:cNvSpPr>
            <a:spLocks noGrp="1"/>
          </p:cNvSpPr>
          <p:nvPr>
            <p:ph type="body" sz="quarter" idx="14"/>
          </p:nvPr>
        </p:nvSpPr>
        <p:spPr/>
        <p:txBody>
          <a:bodyPr/>
          <a:lstStyle/>
          <a:p>
            <a:r>
              <a:rPr lang="sv-SE" dirty="0"/>
              <a:t>NRF - 2026-09-02</a:t>
            </a:r>
          </a:p>
          <a:p>
            <a:endParaRPr dirty="0"/>
          </a:p>
        </p:txBody>
      </p:sp>
      <p:sp>
        <p:nvSpPr>
          <p:cNvPr id="4" name="Title 3"/>
          <p:cNvSpPr>
            <a:spLocks noGrp="1"/>
          </p:cNvSpPr>
          <p:nvPr>
            <p:ph type="title"/>
          </p:nvPr>
        </p:nvSpPr>
        <p:spPr/>
        <p:txBody>
          <a:bodyPr/>
          <a:lstStyle/>
          <a:p>
            <a:r>
              <a:rPr dirty="0"/>
              <a:t>Vad vi vill att du som landshövding känner till</a:t>
            </a:r>
            <a:r>
              <a:rPr dirty="0" err="1"/>
              <a:t/>
            </a:r>
            <a:r>
              <a:rPr dirty="0"/>
              <a:t/>
            </a:r>
            <a:r>
              <a:rPr lang="sv-SE" dirty="0"/>
              <a:t/>
            </a:r>
            <a:r>
              <a:rPr dirty="0"/>
              <a:t/>
            </a:r>
            <a:r>
              <a:rPr dirty="0" err="1"/>
              <a:t/>
            </a:r>
            <a:r>
              <a:rPr lang="sv-SE" dirty="0"/>
              <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Tack</a:t>
            </a:r>
          </a:p>
        </p:txBody>
      </p:sp>
    </p:spTree>
  </p:cSld>
  <p:clrMapOvr>
    <a:masterClrMapping/>
  </p:clrMapOvr>
</p:sld>
</file>

<file path=ppt/theme/theme1.xml><?xml version="1.0" encoding="utf-8"?>
<a:theme xmlns:a="http://schemas.openxmlformats.org/drawingml/2006/main" name="2_Länsstyrelsen 2023 Formell, lugn &amp; naturlig">
  <a:themeElements>
    <a:clrScheme name="Pap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Anpassat 1">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small_varm_human_LST Södermanland.potx" id="{3B8EE830-1D18-41C6-8D35-F1F48E301E6F}" vid="{2A6EB7E1-E1AA-411A-9044-E3A3399AF61F}"/>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Presentationsmall_varm_human_LST Södermanland</Template>
  <TotalTime>253</TotalTime>
  <Words>4548</Words>
  <Application>Microsoft Office PowerPoint</Application>
  <PresentationFormat>Bredbild</PresentationFormat>
  <Paragraphs>320</Paragraphs>
  <Slides>12</Slides>
  <Notes>12</Notes>
  <HiddenSlides>0</HiddenSlides>
  <MMClips>0</MMClips>
  <ScaleCrop>false</ScaleCrop>
  <HeadingPairs>
    <vt:vector size="6" baseType="variant">
      <vt:variant>
        <vt:lpstr>Använt teckensnitt</vt:lpstr>
      </vt:variant>
      <vt:variant>
        <vt:i4>4</vt:i4>
      </vt:variant>
      <vt:variant>
        <vt:lpstr>Tema</vt:lpstr>
      </vt:variant>
      <vt:variant>
        <vt:i4>1</vt:i4>
      </vt:variant>
      <vt:variant>
        <vt:lpstr>Bildrubriker</vt:lpstr>
      </vt:variant>
      <vt:variant>
        <vt:i4>12</vt:i4>
      </vt:variant>
    </vt:vector>
  </HeadingPairs>
  <TitlesOfParts>
    <vt:vector size="17" baseType="lpstr">
      <vt:lpstr>Arial</vt:lpstr>
      <vt:lpstr>Calibri</vt:lpstr>
      <vt:lpstr>Open Sans</vt:lpstr>
      <vt:lpstr>Segoe UI Semibold</vt:lpstr>
      <vt:lpstr>2_Länsstyrelsen 2023 Formell, lugn &amp; naturlig</vt:lpstr>
      <vt:lpstr>NRF</vt:lpstr>
      <vt:lpstr>Vad är naturrestaureringsförordningen?</vt:lpstr>
      <vt:lpstr>Länsstyrelsernas uppdrag</vt:lpstr>
      <vt:lpstr>Vilka områden ingår?</vt:lpstr>
      <vt:lpstr>Varför?</vt:lpstr>
      <vt:lpstr>Tidsplan</vt:lpstr>
      <vt:lpstr>Hur vi jobbar</vt:lpstr>
      <vt:lpstr>Var är vi nu?</vt:lpstr>
      <vt:lpstr>Vad innebär det för er i ledningsgruppen?</vt:lpstr>
      <vt:lpstr>Vad innebär det för er på naturvård?</vt:lpstr>
      <vt:lpstr>Vad innebär det för er som kommuner och andra aktörer?</vt:lpstr>
      <vt:lpstr>Tack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Johansson Karin D</dc:creator>
  <cp:lastModifiedBy>Karlsson Johan D</cp:lastModifiedBy>
  <cp:revision>14</cp:revision>
  <dcterms:created xsi:type="dcterms:W3CDTF">2026-08-14T11:52:50Z</dcterms:created>
  <dcterms:modified xsi:type="dcterms:W3CDTF">2026-09-02T09:22:17Z</dcterms:modified>
</cp:coreProperties>
</file>